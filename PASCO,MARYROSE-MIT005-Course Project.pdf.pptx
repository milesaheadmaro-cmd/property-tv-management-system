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31"/>
  </p:notesMasterIdLst>
  <p:sldIdLst>
    <p:sldId id="1864" r:id="rId5"/>
    <p:sldId id="1846" r:id="rId6"/>
    <p:sldId id="1845" r:id="rId7"/>
    <p:sldId id="1848" r:id="rId8"/>
    <p:sldId id="1868" r:id="rId9"/>
    <p:sldId id="1869" r:id="rId10"/>
    <p:sldId id="1870" r:id="rId11"/>
    <p:sldId id="1871" r:id="rId12"/>
    <p:sldId id="1872" r:id="rId13"/>
    <p:sldId id="1873" r:id="rId14"/>
    <p:sldId id="1874" r:id="rId15"/>
    <p:sldId id="1876" r:id="rId16"/>
    <p:sldId id="1875" r:id="rId17"/>
    <p:sldId id="1877" r:id="rId18"/>
    <p:sldId id="1878" r:id="rId19"/>
    <p:sldId id="1879" r:id="rId20"/>
    <p:sldId id="1880" r:id="rId21"/>
    <p:sldId id="1881" r:id="rId22"/>
    <p:sldId id="1882" r:id="rId23"/>
    <p:sldId id="1883" r:id="rId24"/>
    <p:sldId id="1885" r:id="rId25"/>
    <p:sldId id="1884" r:id="rId26"/>
    <p:sldId id="1886" r:id="rId27"/>
    <p:sldId id="1858" r:id="rId28"/>
    <p:sldId id="1867" r:id="rId29"/>
    <p:sldId id="1887" r:id="rId3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CDEE9674-60A1-4019-9E36-833C27664666}">
          <p14:sldIdLst>
            <p14:sldId id="1864"/>
            <p14:sldId id="1846"/>
            <p14:sldId id="1845"/>
            <p14:sldId id="1848"/>
            <p14:sldId id="1868"/>
            <p14:sldId id="1869"/>
            <p14:sldId id="1870"/>
            <p14:sldId id="1871"/>
            <p14:sldId id="1872"/>
            <p14:sldId id="1873"/>
            <p14:sldId id="1874"/>
            <p14:sldId id="1876"/>
            <p14:sldId id="1875"/>
            <p14:sldId id="1877"/>
            <p14:sldId id="1878"/>
            <p14:sldId id="1879"/>
            <p14:sldId id="1880"/>
            <p14:sldId id="1881"/>
            <p14:sldId id="1882"/>
            <p14:sldId id="1883"/>
            <p14:sldId id="1885"/>
            <p14:sldId id="1884"/>
            <p14:sldId id="1886"/>
            <p14:sldId id="1858"/>
            <p14:sldId id="1867"/>
            <p14:sldId id="1887"/>
          </p14:sldIdLst>
        </p14:section>
        <p14:section name="Untitled Section" id="{982BCB80-F078-4503-BCE4-BEF08D8D5392}">
          <p14:sldIdLst/>
        </p14:section>
      </p14:sectionLst>
    </p:ex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4387"/>
    <a:srgbClr val="FF2625"/>
    <a:srgbClr val="007788"/>
    <a:srgbClr val="297C2A"/>
    <a:srgbClr val="F69000"/>
    <a:srgbClr val="01C2D1"/>
    <a:srgbClr val="D6D734"/>
    <a:srgbClr val="005C68"/>
    <a:srgbClr val="3B2E58"/>
    <a:srgbClr val="6B292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EAED25-A0C6-46DC-BBAF-C85A203D37BD}" v="154" dt="2026-09-20T08:45:10.4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724" autoAdjust="0"/>
  </p:normalViewPr>
  <p:slideViewPr>
    <p:cSldViewPr snapToGrid="0">
      <p:cViewPr varScale="1">
        <p:scale>
          <a:sx n="78" d="100"/>
          <a:sy n="78" d="100"/>
        </p:scale>
        <p:origin x="878" y="67"/>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 Rose Pasco" userId="99060946-2a2e-49dd-8b0e-eeaebcfc4be0" providerId="ADAL" clId="{2C3491A0-1414-470E-A067-5CDC17BC2094}"/>
    <pc:docChg chg="undo custSel addSld delSld modSld addSection modSection">
      <pc:chgData name="Mary Rose Pasco" userId="99060946-2a2e-49dd-8b0e-eeaebcfc4be0" providerId="ADAL" clId="{2C3491A0-1414-470E-A067-5CDC17BC2094}" dt="2026-09-20T08:46:05.956" v="1304" actId="1076"/>
      <pc:docMkLst>
        <pc:docMk/>
      </pc:docMkLst>
      <pc:sldChg chg="modSp mod">
        <pc:chgData name="Mary Rose Pasco" userId="99060946-2a2e-49dd-8b0e-eeaebcfc4be0" providerId="ADAL" clId="{2C3491A0-1414-470E-A067-5CDC17BC2094}" dt="2026-09-20T08:25:20.104" v="1120" actId="2711"/>
        <pc:sldMkLst>
          <pc:docMk/>
          <pc:sldMk cId="803542810" sldId="1845"/>
        </pc:sldMkLst>
        <pc:spChg chg="mod">
          <ac:chgData name="Mary Rose Pasco" userId="99060946-2a2e-49dd-8b0e-eeaebcfc4be0" providerId="ADAL" clId="{2C3491A0-1414-470E-A067-5CDC17BC2094}" dt="2026-09-20T08:25:20.104" v="1120" actId="2711"/>
          <ac:spMkLst>
            <pc:docMk/>
            <pc:sldMk cId="803542810" sldId="1845"/>
            <ac:spMk id="4" creationId="{FD9E38B3-4686-8247-9625-49018D29F408}"/>
          </ac:spMkLst>
        </pc:spChg>
        <pc:spChg chg="mod">
          <ac:chgData name="Mary Rose Pasco" userId="99060946-2a2e-49dd-8b0e-eeaebcfc4be0" providerId="ADAL" clId="{2C3491A0-1414-470E-A067-5CDC17BC2094}" dt="2026-09-19T14:12:34.337" v="474" actId="20577"/>
          <ac:spMkLst>
            <pc:docMk/>
            <pc:sldMk cId="803542810" sldId="1845"/>
            <ac:spMk id="6" creationId="{7DCBA01B-ECA4-4938-872A-B38BEB13AC06}"/>
          </ac:spMkLst>
        </pc:spChg>
      </pc:sldChg>
      <pc:sldChg chg="modSp mod">
        <pc:chgData name="Mary Rose Pasco" userId="99060946-2a2e-49dd-8b0e-eeaebcfc4be0" providerId="ADAL" clId="{2C3491A0-1414-470E-A067-5CDC17BC2094}" dt="2026-09-20T08:24:46.847" v="1117" actId="2711"/>
        <pc:sldMkLst>
          <pc:docMk/>
          <pc:sldMk cId="461669259" sldId="1846"/>
        </pc:sldMkLst>
        <pc:spChg chg="mod">
          <ac:chgData name="Mary Rose Pasco" userId="99060946-2a2e-49dd-8b0e-eeaebcfc4be0" providerId="ADAL" clId="{2C3491A0-1414-470E-A067-5CDC17BC2094}" dt="2026-09-20T08:24:46.847" v="1117" actId="2711"/>
          <ac:spMkLst>
            <pc:docMk/>
            <pc:sldMk cId="461669259" sldId="1846"/>
            <ac:spMk id="7" creationId="{87BA0B6F-5258-479C-87B7-C806E6757035}"/>
          </ac:spMkLst>
        </pc:spChg>
      </pc:sldChg>
      <pc:sldChg chg="modSp mod">
        <pc:chgData name="Mary Rose Pasco" userId="99060946-2a2e-49dd-8b0e-eeaebcfc4be0" providerId="ADAL" clId="{2C3491A0-1414-470E-A067-5CDC17BC2094}" dt="2026-09-19T12:59:28.303" v="177" actId="20577"/>
        <pc:sldMkLst>
          <pc:docMk/>
          <pc:sldMk cId="2957678139" sldId="1848"/>
        </pc:sldMkLst>
        <pc:spChg chg="mod">
          <ac:chgData name="Mary Rose Pasco" userId="99060946-2a2e-49dd-8b0e-eeaebcfc4be0" providerId="ADAL" clId="{2C3491A0-1414-470E-A067-5CDC17BC2094}" dt="2026-09-19T12:59:28.303" v="177" actId="20577"/>
          <ac:spMkLst>
            <pc:docMk/>
            <pc:sldMk cId="2957678139" sldId="1848"/>
            <ac:spMk id="11" creationId="{4C6A9FD9-630E-44B9-BED8-AFEA6C84A88B}"/>
          </ac:spMkLst>
        </pc:spChg>
      </pc:sldChg>
      <pc:sldChg chg="del">
        <pc:chgData name="Mary Rose Pasco" userId="99060946-2a2e-49dd-8b0e-eeaebcfc4be0" providerId="ADAL" clId="{2C3491A0-1414-470E-A067-5CDC17BC2094}" dt="2026-09-20T08:21:48.294" v="1079" actId="2696"/>
        <pc:sldMkLst>
          <pc:docMk/>
          <pc:sldMk cId="394783395" sldId="1849"/>
        </pc:sldMkLst>
      </pc:sldChg>
      <pc:sldChg chg="del">
        <pc:chgData name="Mary Rose Pasco" userId="99060946-2a2e-49dd-8b0e-eeaebcfc4be0" providerId="ADAL" clId="{2C3491A0-1414-470E-A067-5CDC17BC2094}" dt="2026-09-20T08:21:43.435" v="1077" actId="2696"/>
        <pc:sldMkLst>
          <pc:docMk/>
          <pc:sldMk cId="0" sldId="1852"/>
        </pc:sldMkLst>
      </pc:sldChg>
      <pc:sldChg chg="modSp mod">
        <pc:chgData name="Mary Rose Pasco" userId="99060946-2a2e-49dd-8b0e-eeaebcfc4be0" providerId="ADAL" clId="{2C3491A0-1414-470E-A067-5CDC17BC2094}" dt="2026-09-20T08:23:37.832" v="1101" actId="1076"/>
        <pc:sldMkLst>
          <pc:docMk/>
          <pc:sldMk cId="4244761525" sldId="1858"/>
        </pc:sldMkLst>
        <pc:spChg chg="mod">
          <ac:chgData name="Mary Rose Pasco" userId="99060946-2a2e-49dd-8b0e-eeaebcfc4be0" providerId="ADAL" clId="{2C3491A0-1414-470E-A067-5CDC17BC2094}" dt="2026-09-20T08:23:34.990" v="1100" actId="1076"/>
          <ac:spMkLst>
            <pc:docMk/>
            <pc:sldMk cId="4244761525" sldId="1858"/>
            <ac:spMk id="3" creationId="{17155E1D-F4AD-41A7-B948-E2D246CCFE8A}"/>
          </ac:spMkLst>
        </pc:spChg>
        <pc:spChg chg="mod">
          <ac:chgData name="Mary Rose Pasco" userId="99060946-2a2e-49dd-8b0e-eeaebcfc4be0" providerId="ADAL" clId="{2C3491A0-1414-470E-A067-5CDC17BC2094}" dt="2026-09-20T08:23:32.588" v="1099" actId="1076"/>
          <ac:spMkLst>
            <pc:docMk/>
            <pc:sldMk cId="4244761525" sldId="1858"/>
            <ac:spMk id="4" creationId="{FD9E38B3-4686-8247-9625-49018D29F408}"/>
          </ac:spMkLst>
        </pc:spChg>
        <pc:spChg chg="mod">
          <ac:chgData name="Mary Rose Pasco" userId="99060946-2a2e-49dd-8b0e-eeaebcfc4be0" providerId="ADAL" clId="{2C3491A0-1414-470E-A067-5CDC17BC2094}" dt="2026-09-20T08:23:37.832" v="1101" actId="1076"/>
          <ac:spMkLst>
            <pc:docMk/>
            <pc:sldMk cId="4244761525" sldId="1858"/>
            <ac:spMk id="5" creationId="{F45D2CE3-6FB0-D636-86DE-BE959EC265D6}"/>
          </ac:spMkLst>
        </pc:spChg>
      </pc:sldChg>
      <pc:sldChg chg="del">
        <pc:chgData name="Mary Rose Pasco" userId="99060946-2a2e-49dd-8b0e-eeaebcfc4be0" providerId="ADAL" clId="{2C3491A0-1414-470E-A067-5CDC17BC2094}" dt="2026-09-20T08:23:47.308" v="1102" actId="2696"/>
        <pc:sldMkLst>
          <pc:docMk/>
          <pc:sldMk cId="576716121" sldId="1859"/>
        </pc:sldMkLst>
      </pc:sldChg>
      <pc:sldChg chg="modSp mod">
        <pc:chgData name="Mary Rose Pasco" userId="99060946-2a2e-49dd-8b0e-eeaebcfc4be0" providerId="ADAL" clId="{2C3491A0-1414-470E-A067-5CDC17BC2094}" dt="2026-09-19T12:32:54.612" v="8" actId="113"/>
        <pc:sldMkLst>
          <pc:docMk/>
          <pc:sldMk cId="1543265293" sldId="1864"/>
        </pc:sldMkLst>
        <pc:spChg chg="mod">
          <ac:chgData name="Mary Rose Pasco" userId="99060946-2a2e-49dd-8b0e-eeaebcfc4be0" providerId="ADAL" clId="{2C3491A0-1414-470E-A067-5CDC17BC2094}" dt="2026-09-19T12:32:54.612" v="8" actId="113"/>
          <ac:spMkLst>
            <pc:docMk/>
            <pc:sldMk cId="1543265293" sldId="1864"/>
            <ac:spMk id="3074" creationId="{ED2DB031-9003-4F74-A88F-FE2A2ABABC72}"/>
          </ac:spMkLst>
        </pc:spChg>
      </pc:sldChg>
      <pc:sldChg chg="del">
        <pc:chgData name="Mary Rose Pasco" userId="99060946-2a2e-49dd-8b0e-eeaebcfc4be0" providerId="ADAL" clId="{2C3491A0-1414-470E-A067-5CDC17BC2094}" dt="2026-09-20T08:21:41.811" v="1076" actId="2696"/>
        <pc:sldMkLst>
          <pc:docMk/>
          <pc:sldMk cId="1430663837" sldId="1865"/>
        </pc:sldMkLst>
      </pc:sldChg>
      <pc:sldChg chg="del">
        <pc:chgData name="Mary Rose Pasco" userId="99060946-2a2e-49dd-8b0e-eeaebcfc4be0" providerId="ADAL" clId="{2C3491A0-1414-470E-A067-5CDC17BC2094}" dt="2026-09-20T08:21:45.624" v="1078" actId="2696"/>
        <pc:sldMkLst>
          <pc:docMk/>
          <pc:sldMk cId="1470979386" sldId="1866"/>
        </pc:sldMkLst>
      </pc:sldChg>
      <pc:sldChg chg="addSp delSp modSp mod">
        <pc:chgData name="Mary Rose Pasco" userId="99060946-2a2e-49dd-8b0e-eeaebcfc4be0" providerId="ADAL" clId="{2C3491A0-1414-470E-A067-5CDC17BC2094}" dt="2026-09-20T08:42:32.615" v="1195" actId="20577"/>
        <pc:sldMkLst>
          <pc:docMk/>
          <pc:sldMk cId="3366527757" sldId="1867"/>
        </pc:sldMkLst>
        <pc:spChg chg="add del mod">
          <ac:chgData name="Mary Rose Pasco" userId="99060946-2a2e-49dd-8b0e-eeaebcfc4be0" providerId="ADAL" clId="{2C3491A0-1414-470E-A067-5CDC17BC2094}" dt="2026-09-20T08:26:55.954" v="1182"/>
          <ac:spMkLst>
            <pc:docMk/>
            <pc:sldMk cId="3366527757" sldId="1867"/>
            <ac:spMk id="2" creationId="{00CBA056-D099-D00B-D0D6-3D78F9AD8580}"/>
          </ac:spMkLst>
        </pc:spChg>
        <pc:spChg chg="mod">
          <ac:chgData name="Mary Rose Pasco" userId="99060946-2a2e-49dd-8b0e-eeaebcfc4be0" providerId="ADAL" clId="{2C3491A0-1414-470E-A067-5CDC17BC2094}" dt="2026-09-20T08:25:49.384" v="1123" actId="20577"/>
          <ac:spMkLst>
            <pc:docMk/>
            <pc:sldMk cId="3366527757" sldId="1867"/>
            <ac:spMk id="3" creationId="{68675CE5-70A2-411D-881E-7B75B82931F4}"/>
          </ac:spMkLst>
        </pc:spChg>
        <pc:spChg chg="mod">
          <ac:chgData name="Mary Rose Pasco" userId="99060946-2a2e-49dd-8b0e-eeaebcfc4be0" providerId="ADAL" clId="{2C3491A0-1414-470E-A067-5CDC17BC2094}" dt="2026-09-20T08:27:04.389" v="1185" actId="14100"/>
          <ac:spMkLst>
            <pc:docMk/>
            <pc:sldMk cId="3366527757" sldId="1867"/>
            <ac:spMk id="4" creationId="{9DA36B3A-558B-413E-877B-7275290AB783}"/>
          </ac:spMkLst>
        </pc:spChg>
        <pc:spChg chg="mod">
          <ac:chgData name="Mary Rose Pasco" userId="99060946-2a2e-49dd-8b0e-eeaebcfc4be0" providerId="ADAL" clId="{2C3491A0-1414-470E-A067-5CDC17BC2094}" dt="2026-09-20T08:42:32.615" v="1195" actId="20577"/>
          <ac:spMkLst>
            <pc:docMk/>
            <pc:sldMk cId="3366527757" sldId="1867"/>
            <ac:spMk id="6" creationId="{7CFE34DE-1C5F-8051-F50B-ACB18FF4AD0F}"/>
          </ac:spMkLst>
        </pc:spChg>
      </pc:sldChg>
      <pc:sldChg chg="modTransition">
        <pc:chgData name="Mary Rose Pasco" userId="99060946-2a2e-49dd-8b0e-eeaebcfc4be0" providerId="ADAL" clId="{2C3491A0-1414-470E-A067-5CDC17BC2094}" dt="2026-09-19T14:11:15.631" v="462"/>
        <pc:sldMkLst>
          <pc:docMk/>
          <pc:sldMk cId="1787540572" sldId="1868"/>
        </pc:sldMkLst>
      </pc:sldChg>
      <pc:sldChg chg="modTransition">
        <pc:chgData name="Mary Rose Pasco" userId="99060946-2a2e-49dd-8b0e-eeaebcfc4be0" providerId="ADAL" clId="{2C3491A0-1414-470E-A067-5CDC17BC2094}" dt="2026-09-19T14:11:18.294" v="463"/>
        <pc:sldMkLst>
          <pc:docMk/>
          <pc:sldMk cId="1919097933" sldId="1869"/>
        </pc:sldMkLst>
      </pc:sldChg>
      <pc:sldChg chg="addSp delSp modSp mod modTransition">
        <pc:chgData name="Mary Rose Pasco" userId="99060946-2a2e-49dd-8b0e-eeaebcfc4be0" providerId="ADAL" clId="{2C3491A0-1414-470E-A067-5CDC17BC2094}" dt="2026-09-19T14:11:21.166" v="464"/>
        <pc:sldMkLst>
          <pc:docMk/>
          <pc:sldMk cId="3731130060" sldId="1870"/>
        </pc:sldMkLst>
        <pc:spChg chg="mod">
          <ac:chgData name="Mary Rose Pasco" userId="99060946-2a2e-49dd-8b0e-eeaebcfc4be0" providerId="ADAL" clId="{2C3491A0-1414-470E-A067-5CDC17BC2094}" dt="2026-09-19T12:32:10.011" v="6" actId="255"/>
          <ac:spMkLst>
            <pc:docMk/>
            <pc:sldMk cId="3731130060" sldId="1870"/>
            <ac:spMk id="13" creationId="{3BEAA0E5-C708-73A9-0BD3-EF7869E85E8F}"/>
          </ac:spMkLst>
        </pc:spChg>
        <pc:picChg chg="add mod">
          <ac:chgData name="Mary Rose Pasco" userId="99060946-2a2e-49dd-8b0e-eeaebcfc4be0" providerId="ADAL" clId="{2C3491A0-1414-470E-A067-5CDC17BC2094}" dt="2026-09-19T12:31:47.658" v="5" actId="1076"/>
          <ac:picMkLst>
            <pc:docMk/>
            <pc:sldMk cId="3731130060" sldId="1870"/>
            <ac:picMk id="4" creationId="{94FEC742-1A52-29E5-0C20-E1773F687343}"/>
          </ac:picMkLst>
        </pc:picChg>
        <pc:picChg chg="del">
          <ac:chgData name="Mary Rose Pasco" userId="99060946-2a2e-49dd-8b0e-eeaebcfc4be0" providerId="ADAL" clId="{2C3491A0-1414-470E-A067-5CDC17BC2094}" dt="2026-09-19T12:31:34.942" v="0" actId="478"/>
          <ac:picMkLst>
            <pc:docMk/>
            <pc:sldMk cId="3731130060" sldId="1870"/>
            <ac:picMk id="8" creationId="{92CD07F3-9230-716E-A01B-7815AE6E46D8}"/>
          </ac:picMkLst>
        </pc:picChg>
      </pc:sldChg>
      <pc:sldChg chg="addSp delSp modSp mod modTransition">
        <pc:chgData name="Mary Rose Pasco" userId="99060946-2a2e-49dd-8b0e-eeaebcfc4be0" providerId="ADAL" clId="{2C3491A0-1414-470E-A067-5CDC17BC2094}" dt="2026-09-19T14:11:23.086" v="465"/>
        <pc:sldMkLst>
          <pc:docMk/>
          <pc:sldMk cId="2310975131" sldId="1871"/>
        </pc:sldMkLst>
        <pc:spChg chg="mod">
          <ac:chgData name="Mary Rose Pasco" userId="99060946-2a2e-49dd-8b0e-eeaebcfc4be0" providerId="ADAL" clId="{2C3491A0-1414-470E-A067-5CDC17BC2094}" dt="2026-09-19T13:08:26.712" v="185" actId="20577"/>
          <ac:spMkLst>
            <pc:docMk/>
            <pc:sldMk cId="2310975131" sldId="1871"/>
            <ac:spMk id="3" creationId="{E6EA2E2F-9B62-33D6-BAF1-0293B89623AB}"/>
          </ac:spMkLst>
        </pc:spChg>
        <pc:spChg chg="add mod">
          <ac:chgData name="Mary Rose Pasco" userId="99060946-2a2e-49dd-8b0e-eeaebcfc4be0" providerId="ADAL" clId="{2C3491A0-1414-470E-A067-5CDC17BC2094}" dt="2026-09-19T12:40:58.792" v="48" actId="13926"/>
          <ac:spMkLst>
            <pc:docMk/>
            <pc:sldMk cId="2310975131" sldId="1871"/>
            <ac:spMk id="4" creationId="{A0B38810-4D8C-122F-D668-E3E0FE0AB06A}"/>
          </ac:spMkLst>
        </pc:spChg>
        <pc:spChg chg="add del mod">
          <ac:chgData name="Mary Rose Pasco" userId="99060946-2a2e-49dd-8b0e-eeaebcfc4be0" providerId="ADAL" clId="{2C3491A0-1414-470E-A067-5CDC17BC2094}" dt="2026-09-19T12:38:58.549" v="31"/>
          <ac:spMkLst>
            <pc:docMk/>
            <pc:sldMk cId="2310975131" sldId="1871"/>
            <ac:spMk id="5" creationId="{E3F8DAAE-499F-4E77-FD3A-7F47EC02DF0B}"/>
          </ac:spMkLst>
        </pc:spChg>
        <pc:spChg chg="add del mod">
          <ac:chgData name="Mary Rose Pasco" userId="99060946-2a2e-49dd-8b0e-eeaebcfc4be0" providerId="ADAL" clId="{2C3491A0-1414-470E-A067-5CDC17BC2094}" dt="2026-09-19T12:39:04.316" v="36"/>
          <ac:spMkLst>
            <pc:docMk/>
            <pc:sldMk cId="2310975131" sldId="1871"/>
            <ac:spMk id="6" creationId="{27F678E8-B114-14BB-2233-43EA5CBA49AD}"/>
          </ac:spMkLst>
        </pc:spChg>
        <pc:spChg chg="add del mod">
          <ac:chgData name="Mary Rose Pasco" userId="99060946-2a2e-49dd-8b0e-eeaebcfc4be0" providerId="ADAL" clId="{2C3491A0-1414-470E-A067-5CDC17BC2094}" dt="2026-09-19T12:39:17.766" v="42"/>
          <ac:spMkLst>
            <pc:docMk/>
            <pc:sldMk cId="2310975131" sldId="1871"/>
            <ac:spMk id="7" creationId="{22CB3FE0-75D1-028E-A848-B22813492003}"/>
          </ac:spMkLst>
        </pc:spChg>
        <pc:spChg chg="add del mod">
          <ac:chgData name="Mary Rose Pasco" userId="99060946-2a2e-49dd-8b0e-eeaebcfc4be0" providerId="ADAL" clId="{2C3491A0-1414-470E-A067-5CDC17BC2094}" dt="2026-09-19T12:54:53.366" v="139"/>
          <ac:spMkLst>
            <pc:docMk/>
            <pc:sldMk cId="2310975131" sldId="1871"/>
            <ac:spMk id="9" creationId="{402CE631-F834-A1AC-7F59-9D493BF43D45}"/>
          </ac:spMkLst>
        </pc:spChg>
        <pc:spChg chg="add del mod">
          <ac:chgData name="Mary Rose Pasco" userId="99060946-2a2e-49dd-8b0e-eeaebcfc4be0" providerId="ADAL" clId="{2C3491A0-1414-470E-A067-5CDC17BC2094}" dt="2026-09-19T12:54:58.598" v="142"/>
          <ac:spMkLst>
            <pc:docMk/>
            <pc:sldMk cId="2310975131" sldId="1871"/>
            <ac:spMk id="10" creationId="{CB1AF00C-CEB1-A0C0-AC49-FA2263BD0A64}"/>
          </ac:spMkLst>
        </pc:spChg>
        <pc:spChg chg="add del mod">
          <ac:chgData name="Mary Rose Pasco" userId="99060946-2a2e-49dd-8b0e-eeaebcfc4be0" providerId="ADAL" clId="{2C3491A0-1414-470E-A067-5CDC17BC2094}" dt="2026-09-19T12:55:35.362" v="153"/>
          <ac:spMkLst>
            <pc:docMk/>
            <pc:sldMk cId="2310975131" sldId="1871"/>
            <ac:spMk id="11" creationId="{3EB549CF-8E0C-94EA-A18F-945DE2C09022}"/>
          </ac:spMkLst>
        </pc:spChg>
        <pc:spChg chg="mod">
          <ac:chgData name="Mary Rose Pasco" userId="99060946-2a2e-49dd-8b0e-eeaebcfc4be0" providerId="ADAL" clId="{2C3491A0-1414-470E-A067-5CDC17BC2094}" dt="2026-09-19T14:08:11.842" v="451" actId="404"/>
          <ac:spMkLst>
            <pc:docMk/>
            <pc:sldMk cId="2310975131" sldId="1871"/>
            <ac:spMk id="13" creationId="{26AB151F-D78F-DA9F-F00E-C758343CCC69}"/>
          </ac:spMkLst>
        </pc:spChg>
        <pc:picChg chg="add mod">
          <ac:chgData name="Mary Rose Pasco" userId="99060946-2a2e-49dd-8b0e-eeaebcfc4be0" providerId="ADAL" clId="{2C3491A0-1414-470E-A067-5CDC17BC2094}" dt="2026-09-19T13:14:07.700" v="237" actId="1076"/>
          <ac:picMkLst>
            <pc:docMk/>
            <pc:sldMk cId="2310975131" sldId="1871"/>
            <ac:picMk id="8" creationId="{23794D53-A08E-648B-DCA4-125F0918BCFA}"/>
          </ac:picMkLst>
        </pc:picChg>
      </pc:sldChg>
      <pc:sldChg chg="addSp delSp modSp mod modTransition">
        <pc:chgData name="Mary Rose Pasco" userId="99060946-2a2e-49dd-8b0e-eeaebcfc4be0" providerId="ADAL" clId="{2C3491A0-1414-470E-A067-5CDC17BC2094}" dt="2026-09-19T14:11:25.039" v="466"/>
        <pc:sldMkLst>
          <pc:docMk/>
          <pc:sldMk cId="3413578378" sldId="1872"/>
        </pc:sldMkLst>
        <pc:spChg chg="del">
          <ac:chgData name="Mary Rose Pasco" userId="99060946-2a2e-49dd-8b0e-eeaebcfc4be0" providerId="ADAL" clId="{2C3491A0-1414-470E-A067-5CDC17BC2094}" dt="2026-09-19T12:41:20.785" v="51" actId="21"/>
          <ac:spMkLst>
            <pc:docMk/>
            <pc:sldMk cId="3413578378" sldId="1872"/>
            <ac:spMk id="2" creationId="{3DAF3359-0BAF-BB3F-11D9-AC5DA019C7AD}"/>
          </ac:spMkLst>
        </pc:spChg>
        <pc:spChg chg="mod">
          <ac:chgData name="Mary Rose Pasco" userId="99060946-2a2e-49dd-8b0e-eeaebcfc4be0" providerId="ADAL" clId="{2C3491A0-1414-470E-A067-5CDC17BC2094}" dt="2026-09-19T12:55:50.489" v="154" actId="14100"/>
          <ac:spMkLst>
            <pc:docMk/>
            <pc:sldMk cId="3413578378" sldId="1872"/>
            <ac:spMk id="3" creationId="{6D3CACD5-158B-763F-2AFF-F483B89D3D0A}"/>
          </ac:spMkLst>
        </pc:spChg>
        <pc:spChg chg="del">
          <ac:chgData name="Mary Rose Pasco" userId="99060946-2a2e-49dd-8b0e-eeaebcfc4be0" providerId="ADAL" clId="{2C3491A0-1414-470E-A067-5CDC17BC2094}" dt="2026-09-19T12:41:11.440" v="50" actId="21"/>
          <ac:spMkLst>
            <pc:docMk/>
            <pc:sldMk cId="3413578378" sldId="1872"/>
            <ac:spMk id="4" creationId="{5CD7B587-0DC8-C98F-5CCE-644B062B28D9}"/>
          </ac:spMkLst>
        </pc:spChg>
        <pc:spChg chg="add mod">
          <ac:chgData name="Mary Rose Pasco" userId="99060946-2a2e-49dd-8b0e-eeaebcfc4be0" providerId="ADAL" clId="{2C3491A0-1414-470E-A067-5CDC17BC2094}" dt="2026-09-19T13:34:32.326" v="306" actId="1076"/>
          <ac:spMkLst>
            <pc:docMk/>
            <pc:sldMk cId="3413578378" sldId="1872"/>
            <ac:spMk id="5" creationId="{B323B76B-F3DA-13DE-E0F3-611B2BDFFF51}"/>
          </ac:spMkLst>
        </pc:spChg>
        <pc:spChg chg="add del mod">
          <ac:chgData name="Mary Rose Pasco" userId="99060946-2a2e-49dd-8b0e-eeaebcfc4be0" providerId="ADAL" clId="{2C3491A0-1414-470E-A067-5CDC17BC2094}" dt="2026-09-19T12:56:03.240" v="157"/>
          <ac:spMkLst>
            <pc:docMk/>
            <pc:sldMk cId="3413578378" sldId="1872"/>
            <ac:spMk id="8" creationId="{CD4D073E-C9AD-7F0F-59D4-0EE6399F9041}"/>
          </ac:spMkLst>
        </pc:spChg>
        <pc:spChg chg="add del mod">
          <ac:chgData name="Mary Rose Pasco" userId="99060946-2a2e-49dd-8b0e-eeaebcfc4be0" providerId="ADAL" clId="{2C3491A0-1414-470E-A067-5CDC17BC2094}" dt="2026-09-19T12:56:25.356" v="165"/>
          <ac:spMkLst>
            <pc:docMk/>
            <pc:sldMk cId="3413578378" sldId="1872"/>
            <ac:spMk id="9" creationId="{9F1DDEDA-F731-98B1-333C-E705C1C64932}"/>
          </ac:spMkLst>
        </pc:spChg>
        <pc:spChg chg="mod">
          <ac:chgData name="Mary Rose Pasco" userId="99060946-2a2e-49dd-8b0e-eeaebcfc4be0" providerId="ADAL" clId="{2C3491A0-1414-470E-A067-5CDC17BC2094}" dt="2026-09-19T14:08:01.858" v="450" actId="403"/>
          <ac:spMkLst>
            <pc:docMk/>
            <pc:sldMk cId="3413578378" sldId="1872"/>
            <ac:spMk id="11" creationId="{04015342-6038-2B6F-D5B7-389A8B04B522}"/>
          </ac:spMkLst>
        </pc:spChg>
        <pc:picChg chg="add mod">
          <ac:chgData name="Mary Rose Pasco" userId="99060946-2a2e-49dd-8b0e-eeaebcfc4be0" providerId="ADAL" clId="{2C3491A0-1414-470E-A067-5CDC17BC2094}" dt="2026-09-19T12:52:42.620" v="135" actId="1076"/>
          <ac:picMkLst>
            <pc:docMk/>
            <pc:sldMk cId="3413578378" sldId="1872"/>
            <ac:picMk id="7" creationId="{4268D328-F076-7796-A554-3D169CD2F69B}"/>
          </ac:picMkLst>
        </pc:picChg>
      </pc:sldChg>
      <pc:sldChg chg="addSp delSp modSp mod modTransition">
        <pc:chgData name="Mary Rose Pasco" userId="99060946-2a2e-49dd-8b0e-eeaebcfc4be0" providerId="ADAL" clId="{2C3491A0-1414-470E-A067-5CDC17BC2094}" dt="2026-09-19T14:11:26.200" v="467"/>
        <pc:sldMkLst>
          <pc:docMk/>
          <pc:sldMk cId="3827756431" sldId="1873"/>
        </pc:sldMkLst>
        <pc:spChg chg="del">
          <ac:chgData name="Mary Rose Pasco" userId="99060946-2a2e-49dd-8b0e-eeaebcfc4be0" providerId="ADAL" clId="{2C3491A0-1414-470E-A067-5CDC17BC2094}" dt="2026-09-19T12:48:49.372" v="95" actId="21"/>
          <ac:spMkLst>
            <pc:docMk/>
            <pc:sldMk cId="3827756431" sldId="1873"/>
            <ac:spMk id="2" creationId="{2446ECF0-6F3C-5B36-F602-8A493292286C}"/>
          </ac:spMkLst>
        </pc:spChg>
        <pc:spChg chg="del mod">
          <ac:chgData name="Mary Rose Pasco" userId="99060946-2a2e-49dd-8b0e-eeaebcfc4be0" providerId="ADAL" clId="{2C3491A0-1414-470E-A067-5CDC17BC2094}" dt="2026-09-19T12:48:56.264" v="98"/>
          <ac:spMkLst>
            <pc:docMk/>
            <pc:sldMk cId="3827756431" sldId="1873"/>
            <ac:spMk id="3" creationId="{F800D182-896B-0FDF-7A48-DDA9103F2017}"/>
          </ac:spMkLst>
        </pc:spChg>
        <pc:spChg chg="del">
          <ac:chgData name="Mary Rose Pasco" userId="99060946-2a2e-49dd-8b0e-eeaebcfc4be0" providerId="ADAL" clId="{2C3491A0-1414-470E-A067-5CDC17BC2094}" dt="2026-09-19T12:48:51.856" v="96" actId="21"/>
          <ac:spMkLst>
            <pc:docMk/>
            <pc:sldMk cId="3827756431" sldId="1873"/>
            <ac:spMk id="4" creationId="{7914FF20-3C07-376D-9EBD-3C6119C8CF70}"/>
          </ac:spMkLst>
        </pc:spChg>
        <pc:spChg chg="add del mod">
          <ac:chgData name="Mary Rose Pasco" userId="99060946-2a2e-49dd-8b0e-eeaebcfc4be0" providerId="ADAL" clId="{2C3491A0-1414-470E-A067-5CDC17BC2094}" dt="2026-09-19T12:48:57.891" v="99"/>
          <ac:spMkLst>
            <pc:docMk/>
            <pc:sldMk cId="3827756431" sldId="1873"/>
            <ac:spMk id="5" creationId="{7914FF20-3C07-376D-9EBD-3C6119C8CF70}"/>
          </ac:spMkLst>
        </pc:spChg>
        <pc:spChg chg="add mod">
          <ac:chgData name="Mary Rose Pasco" userId="99060946-2a2e-49dd-8b0e-eeaebcfc4be0" providerId="ADAL" clId="{2C3491A0-1414-470E-A067-5CDC17BC2094}" dt="2026-09-19T12:57:08.345" v="169" actId="14100"/>
          <ac:spMkLst>
            <pc:docMk/>
            <pc:sldMk cId="3827756431" sldId="1873"/>
            <ac:spMk id="6" creationId="{6D8C8A96-19B1-CC79-17E7-4D408B4A5685}"/>
          </ac:spMkLst>
        </pc:spChg>
        <pc:spChg chg="add mod">
          <ac:chgData name="Mary Rose Pasco" userId="99060946-2a2e-49dd-8b0e-eeaebcfc4be0" providerId="ADAL" clId="{2C3491A0-1414-470E-A067-5CDC17BC2094}" dt="2026-09-19T13:34:26.658" v="305" actId="1076"/>
          <ac:spMkLst>
            <pc:docMk/>
            <pc:sldMk cId="3827756431" sldId="1873"/>
            <ac:spMk id="7" creationId="{6E7FE20D-F81C-CEDF-EF7F-D22B9D867F5C}"/>
          </ac:spMkLst>
        </pc:spChg>
        <pc:spChg chg="add del mod">
          <ac:chgData name="Mary Rose Pasco" userId="99060946-2a2e-49dd-8b0e-eeaebcfc4be0" providerId="ADAL" clId="{2C3491A0-1414-470E-A067-5CDC17BC2094}" dt="2026-09-19T12:57:34.477" v="176"/>
          <ac:spMkLst>
            <pc:docMk/>
            <pc:sldMk cId="3827756431" sldId="1873"/>
            <ac:spMk id="10" creationId="{B4F5C19F-7815-250E-2773-E1B9748A2475}"/>
          </ac:spMkLst>
        </pc:spChg>
        <pc:spChg chg="mod">
          <ac:chgData name="Mary Rose Pasco" userId="99060946-2a2e-49dd-8b0e-eeaebcfc4be0" providerId="ADAL" clId="{2C3491A0-1414-470E-A067-5CDC17BC2094}" dt="2026-09-19T14:07:51.754" v="447" actId="1076"/>
          <ac:spMkLst>
            <pc:docMk/>
            <pc:sldMk cId="3827756431" sldId="1873"/>
            <ac:spMk id="12" creationId="{87437CEA-001E-243E-A8CC-180E6E09210F}"/>
          </ac:spMkLst>
        </pc:spChg>
        <pc:picChg chg="add mod">
          <ac:chgData name="Mary Rose Pasco" userId="99060946-2a2e-49dd-8b0e-eeaebcfc4be0" providerId="ADAL" clId="{2C3491A0-1414-470E-A067-5CDC17BC2094}" dt="2026-09-19T12:52:37.304" v="134" actId="1076"/>
          <ac:picMkLst>
            <pc:docMk/>
            <pc:sldMk cId="3827756431" sldId="1873"/>
            <ac:picMk id="9" creationId="{789CFD06-2076-F419-554B-6722C80AD963}"/>
          </ac:picMkLst>
        </pc:picChg>
      </pc:sldChg>
      <pc:sldChg chg="addSp delSp modSp mod modTransition">
        <pc:chgData name="Mary Rose Pasco" userId="99060946-2a2e-49dd-8b0e-eeaebcfc4be0" providerId="ADAL" clId="{2C3491A0-1414-470E-A067-5CDC17BC2094}" dt="2026-09-19T14:11:27.412" v="468"/>
        <pc:sldMkLst>
          <pc:docMk/>
          <pc:sldMk cId="3893034350" sldId="1874"/>
        </pc:sldMkLst>
        <pc:spChg chg="del">
          <ac:chgData name="Mary Rose Pasco" userId="99060946-2a2e-49dd-8b0e-eeaebcfc4be0" providerId="ADAL" clId="{2C3491A0-1414-470E-A067-5CDC17BC2094}" dt="2026-09-19T13:07:51.084" v="178" actId="21"/>
          <ac:spMkLst>
            <pc:docMk/>
            <pc:sldMk cId="3893034350" sldId="1874"/>
            <ac:spMk id="2" creationId="{6524893B-A2E8-BE2B-A92D-C6BDBDD736EC}"/>
          </ac:spMkLst>
        </pc:spChg>
        <pc:spChg chg="del">
          <ac:chgData name="Mary Rose Pasco" userId="99060946-2a2e-49dd-8b0e-eeaebcfc4be0" providerId="ADAL" clId="{2C3491A0-1414-470E-A067-5CDC17BC2094}" dt="2026-09-19T13:07:54.613" v="180"/>
          <ac:spMkLst>
            <pc:docMk/>
            <pc:sldMk cId="3893034350" sldId="1874"/>
            <ac:spMk id="3" creationId="{CB0D1204-F460-CD38-0360-7BC637A18883}"/>
          </ac:spMkLst>
        </pc:spChg>
        <pc:spChg chg="del">
          <ac:chgData name="Mary Rose Pasco" userId="99060946-2a2e-49dd-8b0e-eeaebcfc4be0" providerId="ADAL" clId="{2C3491A0-1414-470E-A067-5CDC17BC2094}" dt="2026-09-19T13:07:53.508" v="179" actId="21"/>
          <ac:spMkLst>
            <pc:docMk/>
            <pc:sldMk cId="3893034350" sldId="1874"/>
            <ac:spMk id="4" creationId="{E995457B-4005-B5A0-1FB1-21A81C3143B4}"/>
          </ac:spMkLst>
        </pc:spChg>
        <pc:spChg chg="add del mod">
          <ac:chgData name="Mary Rose Pasco" userId="99060946-2a2e-49dd-8b0e-eeaebcfc4be0" providerId="ADAL" clId="{2C3491A0-1414-470E-A067-5CDC17BC2094}" dt="2026-09-19T13:07:56.291" v="181"/>
          <ac:spMkLst>
            <pc:docMk/>
            <pc:sldMk cId="3893034350" sldId="1874"/>
            <ac:spMk id="5" creationId="{E995457B-4005-B5A0-1FB1-21A81C3143B4}"/>
          </ac:spMkLst>
        </pc:spChg>
        <pc:spChg chg="add mod">
          <ac:chgData name="Mary Rose Pasco" userId="99060946-2a2e-49dd-8b0e-eeaebcfc4be0" providerId="ADAL" clId="{2C3491A0-1414-470E-A067-5CDC17BC2094}" dt="2026-09-19T13:09:52.781" v="207" actId="20577"/>
          <ac:spMkLst>
            <pc:docMk/>
            <pc:sldMk cId="3893034350" sldId="1874"/>
            <ac:spMk id="6" creationId="{5FCE9838-5FD4-A6E3-974B-B2D5A48293C1}"/>
          </ac:spMkLst>
        </pc:spChg>
        <pc:spChg chg="add mod">
          <ac:chgData name="Mary Rose Pasco" userId="99060946-2a2e-49dd-8b0e-eeaebcfc4be0" providerId="ADAL" clId="{2C3491A0-1414-470E-A067-5CDC17BC2094}" dt="2026-09-19T13:34:19.758" v="304" actId="1076"/>
          <ac:spMkLst>
            <pc:docMk/>
            <pc:sldMk cId="3893034350" sldId="1874"/>
            <ac:spMk id="7" creationId="{A6C5C683-804D-34C1-945A-9456D574963E}"/>
          </ac:spMkLst>
        </pc:spChg>
        <pc:spChg chg="add del mod">
          <ac:chgData name="Mary Rose Pasco" userId="99060946-2a2e-49dd-8b0e-eeaebcfc4be0" providerId="ADAL" clId="{2C3491A0-1414-470E-A067-5CDC17BC2094}" dt="2026-09-19T13:12:24.697" v="230"/>
          <ac:spMkLst>
            <pc:docMk/>
            <pc:sldMk cId="3893034350" sldId="1874"/>
            <ac:spMk id="8" creationId="{59617013-9331-505E-33E3-F175834FE8C8}"/>
          </ac:spMkLst>
        </pc:spChg>
        <pc:spChg chg="add del mod">
          <ac:chgData name="Mary Rose Pasco" userId="99060946-2a2e-49dd-8b0e-eeaebcfc4be0" providerId="ADAL" clId="{2C3491A0-1414-470E-A067-5CDC17BC2094}" dt="2026-09-19T14:04:02.990" v="414"/>
          <ac:spMkLst>
            <pc:docMk/>
            <pc:sldMk cId="3893034350" sldId="1874"/>
            <ac:spMk id="12" creationId="{BF1D9D46-82B3-A867-F215-42E501CE325C}"/>
          </ac:spMkLst>
        </pc:spChg>
        <pc:spChg chg="add mod">
          <ac:chgData name="Mary Rose Pasco" userId="99060946-2a2e-49dd-8b0e-eeaebcfc4be0" providerId="ADAL" clId="{2C3491A0-1414-470E-A067-5CDC17BC2094}" dt="2026-09-19T14:04:31.713" v="423" actId="1076"/>
          <ac:spMkLst>
            <pc:docMk/>
            <pc:sldMk cId="3893034350" sldId="1874"/>
            <ac:spMk id="13" creationId="{B79B6470-1711-61A5-CA36-75987277F574}"/>
          </ac:spMkLst>
        </pc:spChg>
        <pc:picChg chg="add del mod">
          <ac:chgData name="Mary Rose Pasco" userId="99060946-2a2e-49dd-8b0e-eeaebcfc4be0" providerId="ADAL" clId="{2C3491A0-1414-470E-A067-5CDC17BC2094}" dt="2026-09-19T13:25:46.493" v="270" actId="478"/>
          <ac:picMkLst>
            <pc:docMk/>
            <pc:sldMk cId="3893034350" sldId="1874"/>
            <ac:picMk id="9" creationId="{D3953781-8A71-BC37-0572-906A705911C6}"/>
          </ac:picMkLst>
        </pc:picChg>
        <pc:picChg chg="add mod">
          <ac:chgData name="Mary Rose Pasco" userId="99060946-2a2e-49dd-8b0e-eeaebcfc4be0" providerId="ADAL" clId="{2C3491A0-1414-470E-A067-5CDC17BC2094}" dt="2026-09-19T13:26:24.513" v="278" actId="1076"/>
          <ac:picMkLst>
            <pc:docMk/>
            <pc:sldMk cId="3893034350" sldId="1874"/>
            <ac:picMk id="11" creationId="{76F6456E-D626-1630-6A3B-EF6FB32FFB84}"/>
          </ac:picMkLst>
        </pc:picChg>
      </pc:sldChg>
      <pc:sldChg chg="addSp delSp modSp new mod modTransition">
        <pc:chgData name="Mary Rose Pasco" userId="99060946-2a2e-49dd-8b0e-eeaebcfc4be0" providerId="ADAL" clId="{2C3491A0-1414-470E-A067-5CDC17BC2094}" dt="2026-09-19T15:57:12.856" v="928" actId="1076"/>
        <pc:sldMkLst>
          <pc:docMk/>
          <pc:sldMk cId="2761734395" sldId="1875"/>
        </pc:sldMkLst>
        <pc:spChg chg="del">
          <ac:chgData name="Mary Rose Pasco" userId="99060946-2a2e-49dd-8b0e-eeaebcfc4be0" providerId="ADAL" clId="{2C3491A0-1414-470E-A067-5CDC17BC2094}" dt="2026-09-19T13:39:43.635" v="312" actId="21"/>
          <ac:spMkLst>
            <pc:docMk/>
            <pc:sldMk cId="2761734395" sldId="1875"/>
            <ac:spMk id="2" creationId="{99B96D70-C89F-FB3E-EF97-0A45AD21D200}"/>
          </ac:spMkLst>
        </pc:spChg>
        <pc:spChg chg="del mod">
          <ac:chgData name="Mary Rose Pasco" userId="99060946-2a2e-49dd-8b0e-eeaebcfc4be0" providerId="ADAL" clId="{2C3491A0-1414-470E-A067-5CDC17BC2094}" dt="2026-09-19T13:39:52.063" v="315"/>
          <ac:spMkLst>
            <pc:docMk/>
            <pc:sldMk cId="2761734395" sldId="1875"/>
            <ac:spMk id="3" creationId="{0099444B-5F7C-E7D2-6CA2-20EE59DF0151}"/>
          </ac:spMkLst>
        </pc:spChg>
        <pc:spChg chg="del">
          <ac:chgData name="Mary Rose Pasco" userId="99060946-2a2e-49dd-8b0e-eeaebcfc4be0" providerId="ADAL" clId="{2C3491A0-1414-470E-A067-5CDC17BC2094}" dt="2026-09-19T13:39:46.814" v="313" actId="21"/>
          <ac:spMkLst>
            <pc:docMk/>
            <pc:sldMk cId="2761734395" sldId="1875"/>
            <ac:spMk id="4" creationId="{AE16FD08-5FDD-5958-0FEE-BD1453440141}"/>
          </ac:spMkLst>
        </pc:spChg>
        <pc:spChg chg="add del mod">
          <ac:chgData name="Mary Rose Pasco" userId="99060946-2a2e-49dd-8b0e-eeaebcfc4be0" providerId="ADAL" clId="{2C3491A0-1414-470E-A067-5CDC17BC2094}" dt="2026-09-19T13:39:53.569" v="316"/>
          <ac:spMkLst>
            <pc:docMk/>
            <pc:sldMk cId="2761734395" sldId="1875"/>
            <ac:spMk id="5" creationId="{AE16FD08-5FDD-5958-0FEE-BD1453440141}"/>
          </ac:spMkLst>
        </pc:spChg>
        <pc:spChg chg="add mod">
          <ac:chgData name="Mary Rose Pasco" userId="99060946-2a2e-49dd-8b0e-eeaebcfc4be0" providerId="ADAL" clId="{2C3491A0-1414-470E-A067-5CDC17BC2094}" dt="2026-09-19T14:43:51.781" v="480" actId="1076"/>
          <ac:spMkLst>
            <pc:docMk/>
            <pc:sldMk cId="2761734395" sldId="1875"/>
            <ac:spMk id="6" creationId="{1C2F1DA6-6F0E-346B-8469-141A7028571A}"/>
          </ac:spMkLst>
        </pc:spChg>
        <pc:spChg chg="add mod">
          <ac:chgData name="Mary Rose Pasco" userId="99060946-2a2e-49dd-8b0e-eeaebcfc4be0" providerId="ADAL" clId="{2C3491A0-1414-470E-A067-5CDC17BC2094}" dt="2026-09-19T15:57:12.856" v="928" actId="1076"/>
          <ac:spMkLst>
            <pc:docMk/>
            <pc:sldMk cId="2761734395" sldId="1875"/>
            <ac:spMk id="7" creationId="{E54B6124-3D0C-9130-4868-208C9A4C92FD}"/>
          </ac:spMkLst>
        </pc:spChg>
        <pc:spChg chg="add del">
          <ac:chgData name="Mary Rose Pasco" userId="99060946-2a2e-49dd-8b0e-eeaebcfc4be0" providerId="ADAL" clId="{2C3491A0-1414-470E-A067-5CDC17BC2094}" dt="2026-09-19T13:44:08.159" v="358" actId="22"/>
          <ac:spMkLst>
            <pc:docMk/>
            <pc:sldMk cId="2761734395" sldId="1875"/>
            <ac:spMk id="9" creationId="{D7EDB3CE-FB23-9BC2-A34E-8C71A208578D}"/>
          </ac:spMkLst>
        </pc:spChg>
        <pc:spChg chg="mod">
          <ac:chgData name="Mary Rose Pasco" userId="99060946-2a2e-49dd-8b0e-eeaebcfc4be0" providerId="ADAL" clId="{2C3491A0-1414-470E-A067-5CDC17BC2094}" dt="2026-09-19T14:07:26.216" v="443" actId="1076"/>
          <ac:spMkLst>
            <pc:docMk/>
            <pc:sldMk cId="2761734395" sldId="1875"/>
            <ac:spMk id="15" creationId="{AB21B802-4E92-B95B-748D-F86767D3B83E}"/>
          </ac:spMkLst>
        </pc:spChg>
        <pc:picChg chg="add mod">
          <ac:chgData name="Mary Rose Pasco" userId="99060946-2a2e-49dd-8b0e-eeaebcfc4be0" providerId="ADAL" clId="{2C3491A0-1414-470E-A067-5CDC17BC2094}" dt="2026-09-19T14:06:59.817" v="440" actId="14100"/>
          <ac:picMkLst>
            <pc:docMk/>
            <pc:sldMk cId="2761734395" sldId="1875"/>
            <ac:picMk id="11" creationId="{83F2BD52-07FC-C03E-D28B-2378AD75309B}"/>
          </ac:picMkLst>
        </pc:picChg>
        <pc:picChg chg="add mod">
          <ac:chgData name="Mary Rose Pasco" userId="99060946-2a2e-49dd-8b0e-eeaebcfc4be0" providerId="ADAL" clId="{2C3491A0-1414-470E-A067-5CDC17BC2094}" dt="2026-09-19T14:07:06.231" v="441" actId="14100"/>
          <ac:picMkLst>
            <pc:docMk/>
            <pc:sldMk cId="2761734395" sldId="1875"/>
            <ac:picMk id="13" creationId="{8494DD0C-75B5-991C-9F39-7559DCFB6448}"/>
          </ac:picMkLst>
        </pc:picChg>
      </pc:sldChg>
      <pc:sldChg chg="addSp delSp modSp new mod modTransition">
        <pc:chgData name="Mary Rose Pasco" userId="99060946-2a2e-49dd-8b0e-eeaebcfc4be0" providerId="ADAL" clId="{2C3491A0-1414-470E-A067-5CDC17BC2094}" dt="2026-09-19T14:11:29.142" v="469"/>
        <pc:sldMkLst>
          <pc:docMk/>
          <pc:sldMk cId="16015960" sldId="1876"/>
        </pc:sldMkLst>
        <pc:spChg chg="del">
          <ac:chgData name="Mary Rose Pasco" userId="99060946-2a2e-49dd-8b0e-eeaebcfc4be0" providerId="ADAL" clId="{2C3491A0-1414-470E-A067-5CDC17BC2094}" dt="2026-09-19T13:14:20.411" v="238" actId="21"/>
          <ac:spMkLst>
            <pc:docMk/>
            <pc:sldMk cId="16015960" sldId="1876"/>
            <ac:spMk id="2" creationId="{FFBAA3A1-08E1-D017-8C43-1B65FAE40C64}"/>
          </ac:spMkLst>
        </pc:spChg>
        <pc:spChg chg="mod">
          <ac:chgData name="Mary Rose Pasco" userId="99060946-2a2e-49dd-8b0e-eeaebcfc4be0" providerId="ADAL" clId="{2C3491A0-1414-470E-A067-5CDC17BC2094}" dt="2026-09-19T13:15:22.900" v="253" actId="14100"/>
          <ac:spMkLst>
            <pc:docMk/>
            <pc:sldMk cId="16015960" sldId="1876"/>
            <ac:spMk id="3" creationId="{0CD922B5-D75D-C26F-09F7-EB3053F2830D}"/>
          </ac:spMkLst>
        </pc:spChg>
        <pc:spChg chg="del">
          <ac:chgData name="Mary Rose Pasco" userId="99060946-2a2e-49dd-8b0e-eeaebcfc4be0" providerId="ADAL" clId="{2C3491A0-1414-470E-A067-5CDC17BC2094}" dt="2026-09-19T13:14:23.032" v="239" actId="21"/>
          <ac:spMkLst>
            <pc:docMk/>
            <pc:sldMk cId="16015960" sldId="1876"/>
            <ac:spMk id="4" creationId="{CA20F5B9-7079-FA4E-73DB-7DF256EC1719}"/>
          </ac:spMkLst>
        </pc:spChg>
        <pc:spChg chg="add mod">
          <ac:chgData name="Mary Rose Pasco" userId="99060946-2a2e-49dd-8b0e-eeaebcfc4be0" providerId="ADAL" clId="{2C3491A0-1414-470E-A067-5CDC17BC2094}" dt="2026-09-19T13:34:15.458" v="303" actId="1076"/>
          <ac:spMkLst>
            <pc:docMk/>
            <pc:sldMk cId="16015960" sldId="1876"/>
            <ac:spMk id="5" creationId="{BC6EBC4A-F734-BD6B-4A78-703D65A084C8}"/>
          </ac:spMkLst>
        </pc:spChg>
        <pc:spChg chg="add del mod">
          <ac:chgData name="Mary Rose Pasco" userId="99060946-2a2e-49dd-8b0e-eeaebcfc4be0" providerId="ADAL" clId="{2C3491A0-1414-470E-A067-5CDC17BC2094}" dt="2026-09-19T13:31:58.946" v="290"/>
          <ac:spMkLst>
            <pc:docMk/>
            <pc:sldMk cId="16015960" sldId="1876"/>
            <ac:spMk id="8" creationId="{98473311-E6E4-D665-C868-71B278821C57}"/>
          </ac:spMkLst>
        </pc:spChg>
        <pc:spChg chg="add del mod">
          <ac:chgData name="Mary Rose Pasco" userId="99060946-2a2e-49dd-8b0e-eeaebcfc4be0" providerId="ADAL" clId="{2C3491A0-1414-470E-A067-5CDC17BC2094}" dt="2026-09-19T13:39:40.268" v="311"/>
          <ac:spMkLst>
            <pc:docMk/>
            <pc:sldMk cId="16015960" sldId="1876"/>
            <ac:spMk id="13" creationId="{A66F8543-9B8E-00F1-B36B-AEF77728DDAA}"/>
          </ac:spMkLst>
        </pc:spChg>
        <pc:spChg chg="add mod">
          <ac:chgData name="Mary Rose Pasco" userId="99060946-2a2e-49dd-8b0e-eeaebcfc4be0" providerId="ADAL" clId="{2C3491A0-1414-470E-A067-5CDC17BC2094}" dt="2026-09-19T14:05:24.084" v="432" actId="1076"/>
          <ac:spMkLst>
            <pc:docMk/>
            <pc:sldMk cId="16015960" sldId="1876"/>
            <ac:spMk id="14" creationId="{BCAE1906-E51E-58E7-837E-22816DCF9E63}"/>
          </ac:spMkLst>
        </pc:spChg>
        <pc:picChg chg="add mod">
          <ac:chgData name="Mary Rose Pasco" userId="99060946-2a2e-49dd-8b0e-eeaebcfc4be0" providerId="ADAL" clId="{2C3491A0-1414-470E-A067-5CDC17BC2094}" dt="2026-09-19T13:34:04.091" v="300" actId="1076"/>
          <ac:picMkLst>
            <pc:docMk/>
            <pc:sldMk cId="16015960" sldId="1876"/>
            <ac:picMk id="7" creationId="{F5524C90-C2B2-0DCA-1A58-BB170E5474EB}"/>
          </ac:picMkLst>
        </pc:picChg>
        <pc:picChg chg="add del mod">
          <ac:chgData name="Mary Rose Pasco" userId="99060946-2a2e-49dd-8b0e-eeaebcfc4be0" providerId="ADAL" clId="{2C3491A0-1414-470E-A067-5CDC17BC2094}" dt="2026-09-19T13:31:58.944" v="288" actId="478"/>
          <ac:picMkLst>
            <pc:docMk/>
            <pc:sldMk cId="16015960" sldId="1876"/>
            <ac:picMk id="10" creationId="{9E85687C-4D5E-C19C-4DBD-69F7B0B634B1}"/>
          </ac:picMkLst>
        </pc:picChg>
        <pc:picChg chg="add mod">
          <ac:chgData name="Mary Rose Pasco" userId="99060946-2a2e-49dd-8b0e-eeaebcfc4be0" providerId="ADAL" clId="{2C3491A0-1414-470E-A067-5CDC17BC2094}" dt="2026-09-19T13:34:06.828" v="302" actId="1076"/>
          <ac:picMkLst>
            <pc:docMk/>
            <pc:sldMk cId="16015960" sldId="1876"/>
            <ac:picMk id="12" creationId="{DAFB3048-461B-1011-CD86-65E8D260133F}"/>
          </ac:picMkLst>
        </pc:picChg>
      </pc:sldChg>
      <pc:sldChg chg="addSp delSp modSp new mod modTransition">
        <pc:chgData name="Mary Rose Pasco" userId="99060946-2a2e-49dd-8b0e-eeaebcfc4be0" providerId="ADAL" clId="{2C3491A0-1414-470E-A067-5CDC17BC2094}" dt="2026-09-19T14:11:32.198" v="471"/>
        <pc:sldMkLst>
          <pc:docMk/>
          <pc:sldMk cId="2572908610" sldId="1877"/>
        </pc:sldMkLst>
        <pc:spChg chg="del">
          <ac:chgData name="Mary Rose Pasco" userId="99060946-2a2e-49dd-8b0e-eeaebcfc4be0" providerId="ADAL" clId="{2C3491A0-1414-470E-A067-5CDC17BC2094}" dt="2026-09-19T13:58:18.896" v="372" actId="21"/>
          <ac:spMkLst>
            <pc:docMk/>
            <pc:sldMk cId="2572908610" sldId="1877"/>
            <ac:spMk id="2" creationId="{1578F979-C60D-C527-0CF2-B89F3DDF3F3D}"/>
          </ac:spMkLst>
        </pc:spChg>
        <pc:spChg chg="del">
          <ac:chgData name="Mary Rose Pasco" userId="99060946-2a2e-49dd-8b0e-eeaebcfc4be0" providerId="ADAL" clId="{2C3491A0-1414-470E-A067-5CDC17BC2094}" dt="2026-09-19T13:58:22.765" v="374"/>
          <ac:spMkLst>
            <pc:docMk/>
            <pc:sldMk cId="2572908610" sldId="1877"/>
            <ac:spMk id="3" creationId="{95E22F48-FF49-DBA1-FE29-B98B1BFD37F6}"/>
          </ac:spMkLst>
        </pc:spChg>
        <pc:spChg chg="del">
          <ac:chgData name="Mary Rose Pasco" userId="99060946-2a2e-49dd-8b0e-eeaebcfc4be0" providerId="ADAL" clId="{2C3491A0-1414-470E-A067-5CDC17BC2094}" dt="2026-09-19T13:58:21.751" v="373" actId="21"/>
          <ac:spMkLst>
            <pc:docMk/>
            <pc:sldMk cId="2572908610" sldId="1877"/>
            <ac:spMk id="4" creationId="{15984FF7-7788-632F-7D05-0181DDCB979B}"/>
          </ac:spMkLst>
        </pc:spChg>
        <pc:spChg chg="add mod">
          <ac:chgData name="Mary Rose Pasco" userId="99060946-2a2e-49dd-8b0e-eeaebcfc4be0" providerId="ADAL" clId="{2C3491A0-1414-470E-A067-5CDC17BC2094}" dt="2026-09-19T14:01:49.660" v="410" actId="1076"/>
          <ac:spMkLst>
            <pc:docMk/>
            <pc:sldMk cId="2572908610" sldId="1877"/>
            <ac:spMk id="5" creationId="{15984FF7-7788-632F-7D05-0181DDCB979B}"/>
          </ac:spMkLst>
        </pc:spChg>
        <pc:spChg chg="add del mod">
          <ac:chgData name="Mary Rose Pasco" userId="99060946-2a2e-49dd-8b0e-eeaebcfc4be0" providerId="ADAL" clId="{2C3491A0-1414-470E-A067-5CDC17BC2094}" dt="2026-09-19T13:58:41.919" v="382"/>
          <ac:spMkLst>
            <pc:docMk/>
            <pc:sldMk cId="2572908610" sldId="1877"/>
            <ac:spMk id="6" creationId="{D43B88FC-0E7E-5B49-260C-5A9A3A572A7C}"/>
          </ac:spMkLst>
        </pc:spChg>
        <pc:spChg chg="add del mod">
          <ac:chgData name="Mary Rose Pasco" userId="99060946-2a2e-49dd-8b0e-eeaebcfc4be0" providerId="ADAL" clId="{2C3491A0-1414-470E-A067-5CDC17BC2094}" dt="2026-09-19T14:00:57.757" v="393"/>
          <ac:spMkLst>
            <pc:docMk/>
            <pc:sldMk cId="2572908610" sldId="1877"/>
            <ac:spMk id="9" creationId="{5AEC5D46-8947-2BEE-3ACE-491ADF39F74E}"/>
          </ac:spMkLst>
        </pc:spChg>
        <pc:spChg chg="add mod">
          <ac:chgData name="Mary Rose Pasco" userId="99060946-2a2e-49dd-8b0e-eeaebcfc4be0" providerId="ADAL" clId="{2C3491A0-1414-470E-A067-5CDC17BC2094}" dt="2026-09-19T14:01:45.061" v="408" actId="404"/>
          <ac:spMkLst>
            <pc:docMk/>
            <pc:sldMk cId="2572908610" sldId="1877"/>
            <ac:spMk id="11" creationId="{F409E02A-75B2-FEB9-F201-50DD0ED43CAE}"/>
          </ac:spMkLst>
        </pc:spChg>
        <pc:spChg chg="add del mod">
          <ac:chgData name="Mary Rose Pasco" userId="99060946-2a2e-49dd-8b0e-eeaebcfc4be0" providerId="ADAL" clId="{2C3491A0-1414-470E-A067-5CDC17BC2094}" dt="2026-09-19T14:09:06.939" v="454"/>
          <ac:spMkLst>
            <pc:docMk/>
            <pc:sldMk cId="2572908610" sldId="1877"/>
            <ac:spMk id="12" creationId="{972F7E69-046F-2A6D-B712-E34A1AD4F06E}"/>
          </ac:spMkLst>
        </pc:spChg>
        <pc:spChg chg="add del mod">
          <ac:chgData name="Mary Rose Pasco" userId="99060946-2a2e-49dd-8b0e-eeaebcfc4be0" providerId="ADAL" clId="{2C3491A0-1414-470E-A067-5CDC17BC2094}" dt="2026-09-19T14:09:17.433" v="461"/>
          <ac:spMkLst>
            <pc:docMk/>
            <pc:sldMk cId="2572908610" sldId="1877"/>
            <ac:spMk id="13" creationId="{22B79A5D-7EA7-3F88-F0F2-AD4BAC20DED0}"/>
          </ac:spMkLst>
        </pc:spChg>
        <pc:spChg chg="mod">
          <ac:chgData name="Mary Rose Pasco" userId="99060946-2a2e-49dd-8b0e-eeaebcfc4be0" providerId="ADAL" clId="{2C3491A0-1414-470E-A067-5CDC17BC2094}" dt="2026-09-19T14:09:16.989" v="459" actId="1076"/>
          <ac:spMkLst>
            <pc:docMk/>
            <pc:sldMk cId="2572908610" sldId="1877"/>
            <ac:spMk id="15" creationId="{DCEB302B-3911-A57A-E0C7-43D748C825E6}"/>
          </ac:spMkLst>
        </pc:spChg>
        <pc:picChg chg="add mod">
          <ac:chgData name="Mary Rose Pasco" userId="99060946-2a2e-49dd-8b0e-eeaebcfc4be0" providerId="ADAL" clId="{2C3491A0-1414-470E-A067-5CDC17BC2094}" dt="2026-09-19T14:01:53.802" v="411" actId="1076"/>
          <ac:picMkLst>
            <pc:docMk/>
            <pc:sldMk cId="2572908610" sldId="1877"/>
            <ac:picMk id="8" creationId="{6F053D00-E450-1D2F-820A-B77FB8728343}"/>
          </ac:picMkLst>
        </pc:picChg>
      </pc:sldChg>
      <pc:sldChg chg="addSp delSp modSp new mod">
        <pc:chgData name="Mary Rose Pasco" userId="99060946-2a2e-49dd-8b0e-eeaebcfc4be0" providerId="ADAL" clId="{2C3491A0-1414-470E-A067-5CDC17BC2094}" dt="2026-09-19T15:09:17.404" v="712"/>
        <pc:sldMkLst>
          <pc:docMk/>
          <pc:sldMk cId="637010082" sldId="1878"/>
        </pc:sldMkLst>
        <pc:spChg chg="del">
          <ac:chgData name="Mary Rose Pasco" userId="99060946-2a2e-49dd-8b0e-eeaebcfc4be0" providerId="ADAL" clId="{2C3491A0-1414-470E-A067-5CDC17BC2094}" dt="2026-09-19T14:43:39.760" v="475" actId="21"/>
          <ac:spMkLst>
            <pc:docMk/>
            <pc:sldMk cId="637010082" sldId="1878"/>
            <ac:spMk id="2" creationId="{5EE87355-FD26-667C-E660-68A55F336A81}"/>
          </ac:spMkLst>
        </pc:spChg>
        <pc:spChg chg="del mod">
          <ac:chgData name="Mary Rose Pasco" userId="99060946-2a2e-49dd-8b0e-eeaebcfc4be0" providerId="ADAL" clId="{2C3491A0-1414-470E-A067-5CDC17BC2094}" dt="2026-09-19T14:43:44.872" v="477"/>
          <ac:spMkLst>
            <pc:docMk/>
            <pc:sldMk cId="637010082" sldId="1878"/>
            <ac:spMk id="3" creationId="{AA60E6CA-D602-8474-522E-1C66ADDA1BDC}"/>
          </ac:spMkLst>
        </pc:spChg>
        <pc:spChg chg="del">
          <ac:chgData name="Mary Rose Pasco" userId="99060946-2a2e-49dd-8b0e-eeaebcfc4be0" providerId="ADAL" clId="{2C3491A0-1414-470E-A067-5CDC17BC2094}" dt="2026-09-19T14:44:53.682" v="492" actId="21"/>
          <ac:spMkLst>
            <pc:docMk/>
            <pc:sldMk cId="637010082" sldId="1878"/>
            <ac:spMk id="4" creationId="{E7616F55-E3C0-AFE9-6DE7-95D752B05F51}"/>
          </ac:spMkLst>
        </pc:spChg>
        <pc:spChg chg="add del mod">
          <ac:chgData name="Mary Rose Pasco" userId="99060946-2a2e-49dd-8b0e-eeaebcfc4be0" providerId="ADAL" clId="{2C3491A0-1414-470E-A067-5CDC17BC2094}" dt="2026-09-19T14:43:46.239" v="478"/>
          <ac:spMkLst>
            <pc:docMk/>
            <pc:sldMk cId="637010082" sldId="1878"/>
            <ac:spMk id="5" creationId="{5EE87355-FD26-667C-E660-68A55F336A81}"/>
          </ac:spMkLst>
        </pc:spChg>
        <pc:spChg chg="add mod">
          <ac:chgData name="Mary Rose Pasco" userId="99060946-2a2e-49dd-8b0e-eeaebcfc4be0" providerId="ADAL" clId="{2C3491A0-1414-470E-A067-5CDC17BC2094}" dt="2026-09-19T14:59:32.753" v="601" actId="1076"/>
          <ac:spMkLst>
            <pc:docMk/>
            <pc:sldMk cId="637010082" sldId="1878"/>
            <ac:spMk id="6" creationId="{965314B9-A289-08AA-DEE9-6D70668F3FAA}"/>
          </ac:spMkLst>
        </pc:spChg>
        <pc:spChg chg="add mod">
          <ac:chgData name="Mary Rose Pasco" userId="99060946-2a2e-49dd-8b0e-eeaebcfc4be0" providerId="ADAL" clId="{2C3491A0-1414-470E-A067-5CDC17BC2094}" dt="2026-09-19T15:09:14.088" v="710" actId="1076"/>
          <ac:spMkLst>
            <pc:docMk/>
            <pc:sldMk cId="637010082" sldId="1878"/>
            <ac:spMk id="7" creationId="{244F5E1C-FF5B-241E-DDBF-B9D82A444CDC}"/>
          </ac:spMkLst>
        </pc:spChg>
        <pc:spChg chg="del mod">
          <ac:chgData name="Mary Rose Pasco" userId="99060946-2a2e-49dd-8b0e-eeaebcfc4be0" providerId="ADAL" clId="{2C3491A0-1414-470E-A067-5CDC17BC2094}" dt="2026-09-19T14:46:51.319" v="519"/>
          <ac:spMkLst>
            <pc:docMk/>
            <pc:sldMk cId="637010082" sldId="1878"/>
            <ac:spMk id="9" creationId="{20A2AEC2-CD77-E90E-FEF8-D1EA9722275A}"/>
          </ac:spMkLst>
        </pc:spChg>
        <pc:spChg chg="add del mod">
          <ac:chgData name="Mary Rose Pasco" userId="99060946-2a2e-49dd-8b0e-eeaebcfc4be0" providerId="ADAL" clId="{2C3491A0-1414-470E-A067-5CDC17BC2094}" dt="2026-09-19T14:50:52.992" v="535"/>
          <ac:spMkLst>
            <pc:docMk/>
            <pc:sldMk cId="637010082" sldId="1878"/>
            <ac:spMk id="11" creationId="{C575D20E-679D-A373-607D-73551574E8B4}"/>
          </ac:spMkLst>
        </pc:spChg>
        <pc:spChg chg="add del mod">
          <ac:chgData name="Mary Rose Pasco" userId="99060946-2a2e-49dd-8b0e-eeaebcfc4be0" providerId="ADAL" clId="{2C3491A0-1414-470E-A067-5CDC17BC2094}" dt="2026-09-19T14:58:08.880" v="593"/>
          <ac:spMkLst>
            <pc:docMk/>
            <pc:sldMk cId="637010082" sldId="1878"/>
            <ac:spMk id="20" creationId="{7101F7E7-0BB2-DB86-F41B-71945601FBDC}"/>
          </ac:spMkLst>
        </pc:spChg>
        <pc:spChg chg="add del mod">
          <ac:chgData name="Mary Rose Pasco" userId="99060946-2a2e-49dd-8b0e-eeaebcfc4be0" providerId="ADAL" clId="{2C3491A0-1414-470E-A067-5CDC17BC2094}" dt="2026-09-19T15:01:07.757" v="626"/>
          <ac:spMkLst>
            <pc:docMk/>
            <pc:sldMk cId="637010082" sldId="1878"/>
            <ac:spMk id="21" creationId="{B8C43EA0-AD80-686F-61AC-AFA4EFCDCD67}"/>
          </ac:spMkLst>
        </pc:spChg>
        <pc:spChg chg="mod">
          <ac:chgData name="Mary Rose Pasco" userId="99060946-2a2e-49dd-8b0e-eeaebcfc4be0" providerId="ADAL" clId="{2C3491A0-1414-470E-A067-5CDC17BC2094}" dt="2026-09-19T15:06:07.122" v="679" actId="1076"/>
          <ac:spMkLst>
            <pc:docMk/>
            <pc:sldMk cId="637010082" sldId="1878"/>
            <ac:spMk id="23" creationId="{B8E154D8-3410-9FBE-840D-E573C9971396}"/>
          </ac:spMkLst>
        </pc:spChg>
        <pc:spChg chg="add del mod">
          <ac:chgData name="Mary Rose Pasco" userId="99060946-2a2e-49dd-8b0e-eeaebcfc4be0" providerId="ADAL" clId="{2C3491A0-1414-470E-A067-5CDC17BC2094}" dt="2026-09-19T15:09:17.404" v="712"/>
          <ac:spMkLst>
            <pc:docMk/>
            <pc:sldMk cId="637010082" sldId="1878"/>
            <ac:spMk id="24" creationId="{B843DA8F-3509-5182-5C5D-72D919631D7B}"/>
          </ac:spMkLst>
        </pc:spChg>
        <pc:picChg chg="add del mod">
          <ac:chgData name="Mary Rose Pasco" userId="99060946-2a2e-49dd-8b0e-eeaebcfc4be0" providerId="ADAL" clId="{2C3491A0-1414-470E-A067-5CDC17BC2094}" dt="2026-09-19T14:49:04.460" v="531" actId="21"/>
          <ac:picMkLst>
            <pc:docMk/>
            <pc:sldMk cId="637010082" sldId="1878"/>
            <ac:picMk id="10" creationId="{81428DEC-332E-D934-BE78-EB1AFD760DFD}"/>
          </ac:picMkLst>
        </pc:picChg>
        <pc:picChg chg="add del mod">
          <ac:chgData name="Mary Rose Pasco" userId="99060946-2a2e-49dd-8b0e-eeaebcfc4be0" providerId="ADAL" clId="{2C3491A0-1414-470E-A067-5CDC17BC2094}" dt="2026-09-19T14:54:34.252" v="561" actId="478"/>
          <ac:picMkLst>
            <pc:docMk/>
            <pc:sldMk cId="637010082" sldId="1878"/>
            <ac:picMk id="13" creationId="{A501E2E9-C5CB-1D30-B4AC-950E04F438E0}"/>
          </ac:picMkLst>
        </pc:picChg>
        <pc:picChg chg="add del mod">
          <ac:chgData name="Mary Rose Pasco" userId="99060946-2a2e-49dd-8b0e-eeaebcfc4be0" providerId="ADAL" clId="{2C3491A0-1414-470E-A067-5CDC17BC2094}" dt="2026-09-19T14:56:28.142" v="570" actId="478"/>
          <ac:picMkLst>
            <pc:docMk/>
            <pc:sldMk cId="637010082" sldId="1878"/>
            <ac:picMk id="15" creationId="{CFD3A325-C911-60C1-70F6-97B0CE44363D}"/>
          </ac:picMkLst>
        </pc:picChg>
        <pc:picChg chg="add mod">
          <ac:chgData name="Mary Rose Pasco" userId="99060946-2a2e-49dd-8b0e-eeaebcfc4be0" providerId="ADAL" clId="{2C3491A0-1414-470E-A067-5CDC17BC2094}" dt="2026-09-19T15:00:04.490" v="608" actId="1076"/>
          <ac:picMkLst>
            <pc:docMk/>
            <pc:sldMk cId="637010082" sldId="1878"/>
            <ac:picMk id="17" creationId="{B301E72E-E43C-8553-82A0-D8C0F2300538}"/>
          </ac:picMkLst>
        </pc:picChg>
        <pc:picChg chg="add mod">
          <ac:chgData name="Mary Rose Pasco" userId="99060946-2a2e-49dd-8b0e-eeaebcfc4be0" providerId="ADAL" clId="{2C3491A0-1414-470E-A067-5CDC17BC2094}" dt="2026-09-19T14:59:53.850" v="606" actId="1076"/>
          <ac:picMkLst>
            <pc:docMk/>
            <pc:sldMk cId="637010082" sldId="1878"/>
            <ac:picMk id="19" creationId="{FD43BD33-A7A9-FD7D-9A44-C9A4A40653F6}"/>
          </ac:picMkLst>
        </pc:picChg>
      </pc:sldChg>
      <pc:sldChg chg="addSp delSp modSp new mod">
        <pc:chgData name="Mary Rose Pasco" userId="99060946-2a2e-49dd-8b0e-eeaebcfc4be0" providerId="ADAL" clId="{2C3491A0-1414-470E-A067-5CDC17BC2094}" dt="2026-09-19T15:39:33.443" v="781" actId="1076"/>
        <pc:sldMkLst>
          <pc:docMk/>
          <pc:sldMk cId="1589090321" sldId="1879"/>
        </pc:sldMkLst>
        <pc:spChg chg="del">
          <ac:chgData name="Mary Rose Pasco" userId="99060946-2a2e-49dd-8b0e-eeaebcfc4be0" providerId="ADAL" clId="{2C3491A0-1414-470E-A067-5CDC17BC2094}" dt="2026-09-19T14:57:54.572" v="586" actId="21"/>
          <ac:spMkLst>
            <pc:docMk/>
            <pc:sldMk cId="1589090321" sldId="1879"/>
            <ac:spMk id="2" creationId="{AC35AD86-DA2F-B5E2-237D-D52746995387}"/>
          </ac:spMkLst>
        </pc:spChg>
        <pc:spChg chg="del">
          <ac:chgData name="Mary Rose Pasco" userId="99060946-2a2e-49dd-8b0e-eeaebcfc4be0" providerId="ADAL" clId="{2C3491A0-1414-470E-A067-5CDC17BC2094}" dt="2026-09-19T14:57:57.754" v="588"/>
          <ac:spMkLst>
            <pc:docMk/>
            <pc:sldMk cId="1589090321" sldId="1879"/>
            <ac:spMk id="3" creationId="{69E76CEF-73B9-9FC1-DCAF-2AB9DF608A64}"/>
          </ac:spMkLst>
        </pc:spChg>
        <pc:spChg chg="del">
          <ac:chgData name="Mary Rose Pasco" userId="99060946-2a2e-49dd-8b0e-eeaebcfc4be0" providerId="ADAL" clId="{2C3491A0-1414-470E-A067-5CDC17BC2094}" dt="2026-09-19T14:57:56.899" v="587" actId="21"/>
          <ac:spMkLst>
            <pc:docMk/>
            <pc:sldMk cId="1589090321" sldId="1879"/>
            <ac:spMk id="4" creationId="{2BE58E01-FFF4-C9EC-A7FA-A3CA58100B4D}"/>
          </ac:spMkLst>
        </pc:spChg>
        <pc:spChg chg="add del mod">
          <ac:chgData name="Mary Rose Pasco" userId="99060946-2a2e-49dd-8b0e-eeaebcfc4be0" providerId="ADAL" clId="{2C3491A0-1414-470E-A067-5CDC17BC2094}" dt="2026-09-19T14:57:59.310" v="589"/>
          <ac:spMkLst>
            <pc:docMk/>
            <pc:sldMk cId="1589090321" sldId="1879"/>
            <ac:spMk id="5" creationId="{2BE58E01-FFF4-C9EC-A7FA-A3CA58100B4D}"/>
          </ac:spMkLst>
        </pc:spChg>
        <pc:spChg chg="add mod">
          <ac:chgData name="Mary Rose Pasco" userId="99060946-2a2e-49dd-8b0e-eeaebcfc4be0" providerId="ADAL" clId="{2C3491A0-1414-470E-A067-5CDC17BC2094}" dt="2026-09-19T15:39:33.443" v="781" actId="1076"/>
          <ac:spMkLst>
            <pc:docMk/>
            <pc:sldMk cId="1589090321" sldId="1879"/>
            <ac:spMk id="6" creationId="{F75C749B-3FF9-BA01-3EE3-E1F745D34E35}"/>
          </ac:spMkLst>
        </pc:spChg>
        <pc:spChg chg="add mod">
          <ac:chgData name="Mary Rose Pasco" userId="99060946-2a2e-49dd-8b0e-eeaebcfc4be0" providerId="ADAL" clId="{2C3491A0-1414-470E-A067-5CDC17BC2094}" dt="2026-09-19T14:58:00.091" v="590"/>
          <ac:spMkLst>
            <pc:docMk/>
            <pc:sldMk cId="1589090321" sldId="1879"/>
            <ac:spMk id="7" creationId="{FBDF7D8F-72B0-B414-5078-7AAA16707100}"/>
          </ac:spMkLst>
        </pc:spChg>
        <pc:spChg chg="add del mod">
          <ac:chgData name="Mary Rose Pasco" userId="99060946-2a2e-49dd-8b0e-eeaebcfc4be0" providerId="ADAL" clId="{2C3491A0-1414-470E-A067-5CDC17BC2094}" dt="2026-09-19T15:01:41.487" v="631"/>
          <ac:spMkLst>
            <pc:docMk/>
            <pc:sldMk cId="1589090321" sldId="1879"/>
            <ac:spMk id="8" creationId="{4C3024E3-C53A-9091-7FC0-B7D0545838AC}"/>
          </ac:spMkLst>
        </pc:spChg>
        <pc:spChg chg="add del mod">
          <ac:chgData name="Mary Rose Pasco" userId="99060946-2a2e-49dd-8b0e-eeaebcfc4be0" providerId="ADAL" clId="{2C3491A0-1414-470E-A067-5CDC17BC2094}" dt="2026-09-19T15:01:45.363" v="636"/>
          <ac:spMkLst>
            <pc:docMk/>
            <pc:sldMk cId="1589090321" sldId="1879"/>
            <ac:spMk id="9" creationId="{0330EA1E-8BA1-63BB-2A09-F397DFA3E9E8}"/>
          </ac:spMkLst>
        </pc:spChg>
        <pc:spChg chg="mod">
          <ac:chgData name="Mary Rose Pasco" userId="99060946-2a2e-49dd-8b0e-eeaebcfc4be0" providerId="ADAL" clId="{2C3491A0-1414-470E-A067-5CDC17BC2094}" dt="2026-09-19T15:05:59.627" v="678" actId="14100"/>
          <ac:spMkLst>
            <pc:docMk/>
            <pc:sldMk cId="1589090321" sldId="1879"/>
            <ac:spMk id="11" creationId="{0E8EFDD3-96CA-7518-DCCC-1130706BD536}"/>
          </ac:spMkLst>
        </pc:spChg>
        <pc:spChg chg="add mod">
          <ac:chgData name="Mary Rose Pasco" userId="99060946-2a2e-49dd-8b0e-eeaebcfc4be0" providerId="ADAL" clId="{2C3491A0-1414-470E-A067-5CDC17BC2094}" dt="2026-09-19T15:08:15.123" v="700" actId="1076"/>
          <ac:spMkLst>
            <pc:docMk/>
            <pc:sldMk cId="1589090321" sldId="1879"/>
            <ac:spMk id="13" creationId="{3B28E7BC-D34C-42DC-4319-39771F0BE9E1}"/>
          </ac:spMkLst>
        </pc:spChg>
        <pc:picChg chg="add mod">
          <ac:chgData name="Mary Rose Pasco" userId="99060946-2a2e-49dd-8b0e-eeaebcfc4be0" providerId="ADAL" clId="{2C3491A0-1414-470E-A067-5CDC17BC2094}" dt="2026-09-19T15:36:13.451" v="741" actId="14100"/>
          <ac:picMkLst>
            <pc:docMk/>
            <pc:sldMk cId="1589090321" sldId="1879"/>
            <ac:picMk id="15" creationId="{5C71AAEF-4B35-5482-8BC5-E64D8458828A}"/>
          </ac:picMkLst>
        </pc:picChg>
      </pc:sldChg>
      <pc:sldChg chg="addSp delSp modSp new mod modTransition">
        <pc:chgData name="Mary Rose Pasco" userId="99060946-2a2e-49dd-8b0e-eeaebcfc4be0" providerId="ADAL" clId="{2C3491A0-1414-470E-A067-5CDC17BC2094}" dt="2026-09-20T08:27:31.884" v="1192"/>
        <pc:sldMkLst>
          <pc:docMk/>
          <pc:sldMk cId="2810377490" sldId="1880"/>
        </pc:sldMkLst>
        <pc:spChg chg="del">
          <ac:chgData name="Mary Rose Pasco" userId="99060946-2a2e-49dd-8b0e-eeaebcfc4be0" providerId="ADAL" clId="{2C3491A0-1414-470E-A067-5CDC17BC2094}" dt="2026-09-19T15:06:43.510" v="680" actId="21"/>
          <ac:spMkLst>
            <pc:docMk/>
            <pc:sldMk cId="2810377490" sldId="1880"/>
            <ac:spMk id="2" creationId="{1C010B0D-E06D-25D3-7332-1A2D02D85D09}"/>
          </ac:spMkLst>
        </pc:spChg>
        <pc:spChg chg="del">
          <ac:chgData name="Mary Rose Pasco" userId="99060946-2a2e-49dd-8b0e-eeaebcfc4be0" providerId="ADAL" clId="{2C3491A0-1414-470E-A067-5CDC17BC2094}" dt="2026-09-19T15:06:44.470" v="681"/>
          <ac:spMkLst>
            <pc:docMk/>
            <pc:sldMk cId="2810377490" sldId="1880"/>
            <ac:spMk id="3" creationId="{9E535869-C340-82A3-22F9-939345EC20CA}"/>
          </ac:spMkLst>
        </pc:spChg>
        <pc:spChg chg="del">
          <ac:chgData name="Mary Rose Pasco" userId="99060946-2a2e-49dd-8b0e-eeaebcfc4be0" providerId="ADAL" clId="{2C3491A0-1414-470E-A067-5CDC17BC2094}" dt="2026-09-19T15:06:52.022" v="683" actId="21"/>
          <ac:spMkLst>
            <pc:docMk/>
            <pc:sldMk cId="2810377490" sldId="1880"/>
            <ac:spMk id="4" creationId="{1B3CD458-44C8-0C8D-8389-92A07CB97BDC}"/>
          </ac:spMkLst>
        </pc:spChg>
        <pc:spChg chg="add del mod">
          <ac:chgData name="Mary Rose Pasco" userId="99060946-2a2e-49dd-8b0e-eeaebcfc4be0" providerId="ADAL" clId="{2C3491A0-1414-470E-A067-5CDC17BC2094}" dt="2026-09-19T15:06:45.995" v="682"/>
          <ac:spMkLst>
            <pc:docMk/>
            <pc:sldMk cId="2810377490" sldId="1880"/>
            <ac:spMk id="5" creationId="{1C010B0D-E06D-25D3-7332-1A2D02D85D09}"/>
          </ac:spMkLst>
        </pc:spChg>
        <pc:spChg chg="add mod">
          <ac:chgData name="Mary Rose Pasco" userId="99060946-2a2e-49dd-8b0e-eeaebcfc4be0" providerId="ADAL" clId="{2C3491A0-1414-470E-A067-5CDC17BC2094}" dt="2026-09-19T15:39:40.603" v="782" actId="1076"/>
          <ac:spMkLst>
            <pc:docMk/>
            <pc:sldMk cId="2810377490" sldId="1880"/>
            <ac:spMk id="6" creationId="{E45688EA-8F28-744A-FE1C-7467B810DC7F}"/>
          </ac:spMkLst>
        </pc:spChg>
        <pc:spChg chg="add mod">
          <ac:chgData name="Mary Rose Pasco" userId="99060946-2a2e-49dd-8b0e-eeaebcfc4be0" providerId="ADAL" clId="{2C3491A0-1414-470E-A067-5CDC17BC2094}" dt="2026-09-19T15:08:30.598" v="702" actId="14100"/>
          <ac:spMkLst>
            <pc:docMk/>
            <pc:sldMk cId="2810377490" sldId="1880"/>
            <ac:spMk id="8" creationId="{870EE039-6A62-31D3-36A4-518BEF4FC5CA}"/>
          </ac:spMkLst>
        </pc:spChg>
        <pc:spChg chg="mod">
          <ac:chgData name="Mary Rose Pasco" userId="99060946-2a2e-49dd-8b0e-eeaebcfc4be0" providerId="ADAL" clId="{2C3491A0-1414-470E-A067-5CDC17BC2094}" dt="2026-09-19T15:45:21.802" v="801" actId="1076"/>
          <ac:spMkLst>
            <pc:docMk/>
            <pc:sldMk cId="2810377490" sldId="1880"/>
            <ac:spMk id="10" creationId="{B2620F7A-2BE2-369A-C805-2FAA0AEE35B2}"/>
          </ac:spMkLst>
        </pc:spChg>
        <pc:picChg chg="add mod">
          <ac:chgData name="Mary Rose Pasco" userId="99060946-2a2e-49dd-8b0e-eeaebcfc4be0" providerId="ADAL" clId="{2C3491A0-1414-470E-A067-5CDC17BC2094}" dt="2026-09-19T15:37:22.673" v="745" actId="1076"/>
          <ac:picMkLst>
            <pc:docMk/>
            <pc:sldMk cId="2810377490" sldId="1880"/>
            <ac:picMk id="11" creationId="{0EF9D1F8-708F-4986-9972-79D830D5B976}"/>
          </ac:picMkLst>
        </pc:picChg>
      </pc:sldChg>
      <pc:sldChg chg="addSp delSp modSp new mod modTransition">
        <pc:chgData name="Mary Rose Pasco" userId="99060946-2a2e-49dd-8b0e-eeaebcfc4be0" providerId="ADAL" clId="{2C3491A0-1414-470E-A067-5CDC17BC2094}" dt="2026-09-20T08:27:30.054" v="1190"/>
        <pc:sldMkLst>
          <pc:docMk/>
          <pc:sldMk cId="1455004216" sldId="1881"/>
        </pc:sldMkLst>
        <pc:spChg chg="del">
          <ac:chgData name="Mary Rose Pasco" userId="99060946-2a2e-49dd-8b0e-eeaebcfc4be0" providerId="ADAL" clId="{2C3491A0-1414-470E-A067-5CDC17BC2094}" dt="2026-09-19T15:38:06.323" v="746" actId="21"/>
          <ac:spMkLst>
            <pc:docMk/>
            <pc:sldMk cId="1455004216" sldId="1881"/>
            <ac:spMk id="2" creationId="{A51B1F12-331A-3589-10DA-A5A33358FF9F}"/>
          </ac:spMkLst>
        </pc:spChg>
        <pc:spChg chg="del">
          <ac:chgData name="Mary Rose Pasco" userId="99060946-2a2e-49dd-8b0e-eeaebcfc4be0" providerId="ADAL" clId="{2C3491A0-1414-470E-A067-5CDC17BC2094}" dt="2026-09-19T15:38:09.795" v="748"/>
          <ac:spMkLst>
            <pc:docMk/>
            <pc:sldMk cId="1455004216" sldId="1881"/>
            <ac:spMk id="3" creationId="{C07ABED8-FB37-999E-5F87-B7E058B65004}"/>
          </ac:spMkLst>
        </pc:spChg>
        <pc:spChg chg="del">
          <ac:chgData name="Mary Rose Pasco" userId="99060946-2a2e-49dd-8b0e-eeaebcfc4be0" providerId="ADAL" clId="{2C3491A0-1414-470E-A067-5CDC17BC2094}" dt="2026-09-19T15:38:08.691" v="747" actId="21"/>
          <ac:spMkLst>
            <pc:docMk/>
            <pc:sldMk cId="1455004216" sldId="1881"/>
            <ac:spMk id="4" creationId="{0BD7529D-5866-B63E-C067-2941C6026898}"/>
          </ac:spMkLst>
        </pc:spChg>
        <pc:spChg chg="add mod">
          <ac:chgData name="Mary Rose Pasco" userId="99060946-2a2e-49dd-8b0e-eeaebcfc4be0" providerId="ADAL" clId="{2C3491A0-1414-470E-A067-5CDC17BC2094}" dt="2026-09-19T15:39:14.585" v="779" actId="1076"/>
          <ac:spMkLst>
            <pc:docMk/>
            <pc:sldMk cId="1455004216" sldId="1881"/>
            <ac:spMk id="5" creationId="{0BD7529D-5866-B63E-C067-2941C6026898}"/>
          </ac:spMkLst>
        </pc:spChg>
        <pc:spChg chg="add del mod">
          <ac:chgData name="Mary Rose Pasco" userId="99060946-2a2e-49dd-8b0e-eeaebcfc4be0" providerId="ADAL" clId="{2C3491A0-1414-470E-A067-5CDC17BC2094}" dt="2026-09-19T15:38:14.421" v="750" actId="21"/>
          <ac:spMkLst>
            <pc:docMk/>
            <pc:sldMk cId="1455004216" sldId="1881"/>
            <ac:spMk id="6" creationId="{41DC5DC5-A2D4-D9DC-0DD1-A3DABD780C89}"/>
          </ac:spMkLst>
        </pc:spChg>
        <pc:spChg chg="add mod">
          <ac:chgData name="Mary Rose Pasco" userId="99060946-2a2e-49dd-8b0e-eeaebcfc4be0" providerId="ADAL" clId="{2C3491A0-1414-470E-A067-5CDC17BC2094}" dt="2026-09-19T15:40:59.851" v="787" actId="255"/>
          <ac:spMkLst>
            <pc:docMk/>
            <pc:sldMk cId="1455004216" sldId="1881"/>
            <ac:spMk id="7" creationId="{B347BCD4-A79A-32CE-2D31-9199A9724AAF}"/>
          </ac:spMkLst>
        </pc:spChg>
        <pc:spChg chg="mod">
          <ac:chgData name="Mary Rose Pasco" userId="99060946-2a2e-49dd-8b0e-eeaebcfc4be0" providerId="ADAL" clId="{2C3491A0-1414-470E-A067-5CDC17BC2094}" dt="2026-09-19T15:42:16.230" v="793" actId="14100"/>
          <ac:spMkLst>
            <pc:docMk/>
            <pc:sldMk cId="1455004216" sldId="1881"/>
            <ac:spMk id="9" creationId="{D00BCCD1-F2BF-1391-BEE3-302DAE494227}"/>
          </ac:spMkLst>
        </pc:spChg>
        <pc:picChg chg="add mod">
          <ac:chgData name="Mary Rose Pasco" userId="99060946-2a2e-49dd-8b0e-eeaebcfc4be0" providerId="ADAL" clId="{2C3491A0-1414-470E-A067-5CDC17BC2094}" dt="2026-09-19T15:45:28.288" v="802" actId="1076"/>
          <ac:picMkLst>
            <pc:docMk/>
            <pc:sldMk cId="1455004216" sldId="1881"/>
            <ac:picMk id="11" creationId="{BF0700EC-59A3-645A-D87B-F5410D219817}"/>
          </ac:picMkLst>
        </pc:picChg>
      </pc:sldChg>
      <pc:sldChg chg="addSp delSp modSp new mod modTransition">
        <pc:chgData name="Mary Rose Pasco" userId="99060946-2a2e-49dd-8b0e-eeaebcfc4be0" providerId="ADAL" clId="{2C3491A0-1414-470E-A067-5CDC17BC2094}" dt="2026-09-20T08:27:27.865" v="1189"/>
        <pc:sldMkLst>
          <pc:docMk/>
          <pc:sldMk cId="544492253" sldId="1882"/>
        </pc:sldMkLst>
        <pc:spChg chg="del">
          <ac:chgData name="Mary Rose Pasco" userId="99060946-2a2e-49dd-8b0e-eeaebcfc4be0" providerId="ADAL" clId="{2C3491A0-1414-470E-A067-5CDC17BC2094}" dt="2026-09-19T15:47:49.724" v="803" actId="21"/>
          <ac:spMkLst>
            <pc:docMk/>
            <pc:sldMk cId="544492253" sldId="1882"/>
            <ac:spMk id="2" creationId="{81D789D8-9351-BF5A-BCCE-9927188882E9}"/>
          </ac:spMkLst>
        </pc:spChg>
        <pc:spChg chg="del">
          <ac:chgData name="Mary Rose Pasco" userId="99060946-2a2e-49dd-8b0e-eeaebcfc4be0" providerId="ADAL" clId="{2C3491A0-1414-470E-A067-5CDC17BC2094}" dt="2026-09-19T15:47:53.716" v="805"/>
          <ac:spMkLst>
            <pc:docMk/>
            <pc:sldMk cId="544492253" sldId="1882"/>
            <ac:spMk id="3" creationId="{66A7634A-7D52-BDE1-E7AB-9A22F501E9CD}"/>
          </ac:spMkLst>
        </pc:spChg>
        <pc:spChg chg="del">
          <ac:chgData name="Mary Rose Pasco" userId="99060946-2a2e-49dd-8b0e-eeaebcfc4be0" providerId="ADAL" clId="{2C3491A0-1414-470E-A067-5CDC17BC2094}" dt="2026-09-19T15:47:52.223" v="804" actId="21"/>
          <ac:spMkLst>
            <pc:docMk/>
            <pc:sldMk cId="544492253" sldId="1882"/>
            <ac:spMk id="4" creationId="{43F95FF2-7A1F-29DF-4638-431F2FE04717}"/>
          </ac:spMkLst>
        </pc:spChg>
        <pc:spChg chg="add mod">
          <ac:chgData name="Mary Rose Pasco" userId="99060946-2a2e-49dd-8b0e-eeaebcfc4be0" providerId="ADAL" clId="{2C3491A0-1414-470E-A067-5CDC17BC2094}" dt="2026-09-19T15:48:44.779" v="826" actId="1076"/>
          <ac:spMkLst>
            <pc:docMk/>
            <pc:sldMk cId="544492253" sldId="1882"/>
            <ac:spMk id="5" creationId="{43F95FF2-7A1F-29DF-4638-431F2FE04717}"/>
          </ac:spMkLst>
        </pc:spChg>
        <pc:spChg chg="add mod">
          <ac:chgData name="Mary Rose Pasco" userId="99060946-2a2e-49dd-8b0e-eeaebcfc4be0" providerId="ADAL" clId="{2C3491A0-1414-470E-A067-5CDC17BC2094}" dt="2026-09-19T15:50:27.323" v="843" actId="1076"/>
          <ac:spMkLst>
            <pc:docMk/>
            <pc:sldMk cId="544492253" sldId="1882"/>
            <ac:spMk id="7" creationId="{420687F4-29E1-6789-54E4-6FD85D90AB62}"/>
          </ac:spMkLst>
        </pc:spChg>
        <pc:spChg chg="add del mod">
          <ac:chgData name="Mary Rose Pasco" userId="99060946-2a2e-49dd-8b0e-eeaebcfc4be0" providerId="ADAL" clId="{2C3491A0-1414-470E-A067-5CDC17BC2094}" dt="2026-09-19T15:49:51.308" v="837"/>
          <ac:spMkLst>
            <pc:docMk/>
            <pc:sldMk cId="544492253" sldId="1882"/>
            <ac:spMk id="8" creationId="{DEA1C93B-E4E5-A8FF-33CD-AE74C8D4B661}"/>
          </ac:spMkLst>
        </pc:spChg>
        <pc:spChg chg="mod">
          <ac:chgData name="Mary Rose Pasco" userId="99060946-2a2e-49dd-8b0e-eeaebcfc4be0" providerId="ADAL" clId="{2C3491A0-1414-470E-A067-5CDC17BC2094}" dt="2026-09-19T15:50:02.538" v="839" actId="20577"/>
          <ac:spMkLst>
            <pc:docMk/>
            <pc:sldMk cId="544492253" sldId="1882"/>
            <ac:spMk id="10" creationId="{0B69D4C1-8CB1-0159-743B-24AEC893EF62}"/>
          </ac:spMkLst>
        </pc:spChg>
        <pc:spChg chg="add del mod">
          <ac:chgData name="Mary Rose Pasco" userId="99060946-2a2e-49dd-8b0e-eeaebcfc4be0" providerId="ADAL" clId="{2C3491A0-1414-470E-A067-5CDC17BC2094}" dt="2026-09-19T15:53:13.961" v="858"/>
          <ac:spMkLst>
            <pc:docMk/>
            <pc:sldMk cId="544492253" sldId="1882"/>
            <ac:spMk id="12" creationId="{4B2DA28F-8ED8-E296-1B6F-719EBAAA22A5}"/>
          </ac:spMkLst>
        </pc:spChg>
        <pc:picChg chg="add mod">
          <ac:chgData name="Mary Rose Pasco" userId="99060946-2a2e-49dd-8b0e-eeaebcfc4be0" providerId="ADAL" clId="{2C3491A0-1414-470E-A067-5CDC17BC2094}" dt="2026-09-19T15:51:22.298" v="851" actId="1076"/>
          <ac:picMkLst>
            <pc:docMk/>
            <pc:sldMk cId="544492253" sldId="1882"/>
            <ac:picMk id="11" creationId="{634141BB-0D29-350D-4613-A452EBF0FD4D}"/>
          </ac:picMkLst>
        </pc:picChg>
      </pc:sldChg>
      <pc:sldChg chg="addSp delSp modSp new mod modTransition">
        <pc:chgData name="Mary Rose Pasco" userId="99060946-2a2e-49dd-8b0e-eeaebcfc4be0" providerId="ADAL" clId="{2C3491A0-1414-470E-A067-5CDC17BC2094}" dt="2026-09-20T08:27:26.661" v="1188"/>
        <pc:sldMkLst>
          <pc:docMk/>
          <pc:sldMk cId="1901632189" sldId="1883"/>
        </pc:sldMkLst>
        <pc:spChg chg="del">
          <ac:chgData name="Mary Rose Pasco" userId="99060946-2a2e-49dd-8b0e-eeaebcfc4be0" providerId="ADAL" clId="{2C3491A0-1414-470E-A067-5CDC17BC2094}" dt="2026-09-19T15:53:04.549" v="854" actId="21"/>
          <ac:spMkLst>
            <pc:docMk/>
            <pc:sldMk cId="1901632189" sldId="1883"/>
            <ac:spMk id="2" creationId="{59E650C3-B359-F690-A99E-182BD86BF089}"/>
          </ac:spMkLst>
        </pc:spChg>
        <pc:spChg chg="mod">
          <ac:chgData name="Mary Rose Pasco" userId="99060946-2a2e-49dd-8b0e-eeaebcfc4be0" providerId="ADAL" clId="{2C3491A0-1414-470E-A067-5CDC17BC2094}" dt="2026-09-19T15:54:06.486" v="899" actId="20577"/>
          <ac:spMkLst>
            <pc:docMk/>
            <pc:sldMk cId="1901632189" sldId="1883"/>
            <ac:spMk id="3" creationId="{E8F26F3B-BC4D-2655-9A74-9CD7D40B89A8}"/>
          </ac:spMkLst>
        </pc:spChg>
        <pc:spChg chg="del">
          <ac:chgData name="Mary Rose Pasco" userId="99060946-2a2e-49dd-8b0e-eeaebcfc4be0" providerId="ADAL" clId="{2C3491A0-1414-470E-A067-5CDC17BC2094}" dt="2026-09-19T15:53:06.736" v="855" actId="21"/>
          <ac:spMkLst>
            <pc:docMk/>
            <pc:sldMk cId="1901632189" sldId="1883"/>
            <ac:spMk id="4" creationId="{999321BB-4016-5A12-E67C-CE81309180EF}"/>
          </ac:spMkLst>
        </pc:spChg>
        <pc:spChg chg="add mod">
          <ac:chgData name="Mary Rose Pasco" userId="99060946-2a2e-49dd-8b0e-eeaebcfc4be0" providerId="ADAL" clId="{2C3491A0-1414-470E-A067-5CDC17BC2094}" dt="2026-09-19T15:56:37.896" v="924" actId="403"/>
          <ac:spMkLst>
            <pc:docMk/>
            <pc:sldMk cId="1901632189" sldId="1883"/>
            <ac:spMk id="6" creationId="{A0582A29-0C11-BD9A-76C9-01208F278C8C}"/>
          </ac:spMkLst>
        </pc:spChg>
        <pc:spChg chg="mod">
          <ac:chgData name="Mary Rose Pasco" userId="99060946-2a2e-49dd-8b0e-eeaebcfc4be0" providerId="ADAL" clId="{2C3491A0-1414-470E-A067-5CDC17BC2094}" dt="2026-09-19T15:56:41.026" v="925" actId="1076"/>
          <ac:spMkLst>
            <pc:docMk/>
            <pc:sldMk cId="1901632189" sldId="1883"/>
            <ac:spMk id="8" creationId="{A9395F76-4FA2-6EC0-C001-A143F422E8A9}"/>
          </ac:spMkLst>
        </pc:spChg>
        <pc:picChg chg="add mod">
          <ac:chgData name="Mary Rose Pasco" userId="99060946-2a2e-49dd-8b0e-eeaebcfc4be0" providerId="ADAL" clId="{2C3491A0-1414-470E-A067-5CDC17BC2094}" dt="2026-09-19T15:56:20.298" v="921" actId="1076"/>
          <ac:picMkLst>
            <pc:docMk/>
            <pc:sldMk cId="1901632189" sldId="1883"/>
            <ac:picMk id="9" creationId="{B558A231-1563-40DF-6FE6-416ACBEC2A84}"/>
          </ac:picMkLst>
        </pc:picChg>
      </pc:sldChg>
      <pc:sldChg chg="addSp delSp modSp new mod modTransition">
        <pc:chgData name="Mary Rose Pasco" userId="99060946-2a2e-49dd-8b0e-eeaebcfc4be0" providerId="ADAL" clId="{2C3491A0-1414-470E-A067-5CDC17BC2094}" dt="2026-09-20T08:27:34.584" v="1193"/>
        <pc:sldMkLst>
          <pc:docMk/>
          <pc:sldMk cId="4253068514" sldId="1884"/>
        </pc:sldMkLst>
        <pc:spChg chg="del">
          <ac:chgData name="Mary Rose Pasco" userId="99060946-2a2e-49dd-8b0e-eeaebcfc4be0" providerId="ADAL" clId="{2C3491A0-1414-470E-A067-5CDC17BC2094}" dt="2026-09-20T08:07:11.446" v="967" actId="21"/>
          <ac:spMkLst>
            <pc:docMk/>
            <pc:sldMk cId="4253068514" sldId="1884"/>
            <ac:spMk id="2" creationId="{28D5C475-F59E-9DBC-FA65-A589E1D26DE2}"/>
          </ac:spMkLst>
        </pc:spChg>
        <pc:spChg chg="mod">
          <ac:chgData name="Mary Rose Pasco" userId="99060946-2a2e-49dd-8b0e-eeaebcfc4be0" providerId="ADAL" clId="{2C3491A0-1414-470E-A067-5CDC17BC2094}" dt="2026-09-20T08:14:46.394" v="1044" actId="20577"/>
          <ac:spMkLst>
            <pc:docMk/>
            <pc:sldMk cId="4253068514" sldId="1884"/>
            <ac:spMk id="3" creationId="{8CE72731-8CBD-FAE2-B361-5DC2A07A6727}"/>
          </ac:spMkLst>
        </pc:spChg>
        <pc:spChg chg="del">
          <ac:chgData name="Mary Rose Pasco" userId="99060946-2a2e-49dd-8b0e-eeaebcfc4be0" providerId="ADAL" clId="{2C3491A0-1414-470E-A067-5CDC17BC2094}" dt="2026-09-20T08:07:05.694" v="966" actId="21"/>
          <ac:spMkLst>
            <pc:docMk/>
            <pc:sldMk cId="4253068514" sldId="1884"/>
            <ac:spMk id="4" creationId="{DC9D518B-BF80-60D4-718A-623BBFDD96D9}"/>
          </ac:spMkLst>
        </pc:spChg>
        <pc:spChg chg="add mod">
          <ac:chgData name="Mary Rose Pasco" userId="99060946-2a2e-49dd-8b0e-eeaebcfc4be0" providerId="ADAL" clId="{2C3491A0-1414-470E-A067-5CDC17BC2094}" dt="2026-09-20T08:17:12.669" v="1072" actId="1076"/>
          <ac:spMkLst>
            <pc:docMk/>
            <pc:sldMk cId="4253068514" sldId="1884"/>
            <ac:spMk id="6" creationId="{E17BD7B1-5D9D-E49D-174F-07DB3D6E3FE4}"/>
          </ac:spMkLst>
        </pc:spChg>
        <pc:spChg chg="mod">
          <ac:chgData name="Mary Rose Pasco" userId="99060946-2a2e-49dd-8b0e-eeaebcfc4be0" providerId="ADAL" clId="{2C3491A0-1414-470E-A067-5CDC17BC2094}" dt="2026-09-20T08:16:21.231" v="1061" actId="1076"/>
          <ac:spMkLst>
            <pc:docMk/>
            <pc:sldMk cId="4253068514" sldId="1884"/>
            <ac:spMk id="10" creationId="{B0336491-1DA1-1E5E-330E-A140541C6168}"/>
          </ac:spMkLst>
        </pc:spChg>
        <pc:picChg chg="add mod">
          <ac:chgData name="Mary Rose Pasco" userId="99060946-2a2e-49dd-8b0e-eeaebcfc4be0" providerId="ADAL" clId="{2C3491A0-1414-470E-A067-5CDC17BC2094}" dt="2026-09-20T08:16:09.464" v="1060" actId="14100"/>
          <ac:picMkLst>
            <pc:docMk/>
            <pc:sldMk cId="4253068514" sldId="1884"/>
            <ac:picMk id="8" creationId="{9C3514A3-A50A-73E5-85AD-D8A1CA7160D5}"/>
          </ac:picMkLst>
        </pc:picChg>
      </pc:sldChg>
      <pc:sldChg chg="addSp delSp modSp new mod modTransition">
        <pc:chgData name="Mary Rose Pasco" userId="99060946-2a2e-49dd-8b0e-eeaebcfc4be0" providerId="ADAL" clId="{2C3491A0-1414-470E-A067-5CDC17BC2094}" dt="2026-09-20T08:27:25.174" v="1187"/>
        <pc:sldMkLst>
          <pc:docMk/>
          <pc:sldMk cId="1192061966" sldId="1885"/>
        </pc:sldMkLst>
        <pc:spChg chg="add mod">
          <ac:chgData name="Mary Rose Pasco" userId="99060946-2a2e-49dd-8b0e-eeaebcfc4be0" providerId="ADAL" clId="{2C3491A0-1414-470E-A067-5CDC17BC2094}" dt="2026-09-20T08:15:54.864" v="1055" actId="1076"/>
          <ac:spMkLst>
            <pc:docMk/>
            <pc:sldMk cId="1192061966" sldId="1885"/>
            <ac:spMk id="2" creationId="{550D7D1F-2B53-66EC-AEF8-7B1EA6B2ECFD}"/>
          </ac:spMkLst>
        </pc:spChg>
        <pc:spChg chg="del">
          <ac:chgData name="Mary Rose Pasco" userId="99060946-2a2e-49dd-8b0e-eeaebcfc4be0" providerId="ADAL" clId="{2C3491A0-1414-470E-A067-5CDC17BC2094}" dt="2026-09-19T15:57:39.500" v="929" actId="21"/>
          <ac:spMkLst>
            <pc:docMk/>
            <pc:sldMk cId="1192061966" sldId="1885"/>
            <ac:spMk id="2" creationId="{7FE0BC0A-4619-1B97-DCFA-B4C0D207DD7C}"/>
          </ac:spMkLst>
        </pc:spChg>
        <pc:spChg chg="mod">
          <ac:chgData name="Mary Rose Pasco" userId="99060946-2a2e-49dd-8b0e-eeaebcfc4be0" providerId="ADAL" clId="{2C3491A0-1414-470E-A067-5CDC17BC2094}" dt="2026-09-20T08:15:57.904" v="1056" actId="1076"/>
          <ac:spMkLst>
            <pc:docMk/>
            <pc:sldMk cId="1192061966" sldId="1885"/>
            <ac:spMk id="3" creationId="{8F5D6C88-CCF8-B3D7-1ADB-E33D6ABAF414}"/>
          </ac:spMkLst>
        </pc:spChg>
        <pc:spChg chg="del">
          <ac:chgData name="Mary Rose Pasco" userId="99060946-2a2e-49dd-8b0e-eeaebcfc4be0" providerId="ADAL" clId="{2C3491A0-1414-470E-A067-5CDC17BC2094}" dt="2026-09-19T15:57:41.364" v="930" actId="21"/>
          <ac:spMkLst>
            <pc:docMk/>
            <pc:sldMk cId="1192061966" sldId="1885"/>
            <ac:spMk id="4" creationId="{C9B8A34A-5158-35C3-85CA-D7FBC82322F9}"/>
          </ac:spMkLst>
        </pc:spChg>
        <pc:spChg chg="add del mod">
          <ac:chgData name="Mary Rose Pasco" userId="99060946-2a2e-49dd-8b0e-eeaebcfc4be0" providerId="ADAL" clId="{2C3491A0-1414-470E-A067-5CDC17BC2094}" dt="2026-09-20T08:05:50.558" v="947"/>
          <ac:spMkLst>
            <pc:docMk/>
            <pc:sldMk cId="1192061966" sldId="1885"/>
            <ac:spMk id="4" creationId="{DC0E95BA-EF4A-0BFE-EF8B-37F245A24EE2}"/>
          </ac:spMkLst>
        </pc:spChg>
        <pc:spChg chg="add del mod">
          <ac:chgData name="Mary Rose Pasco" userId="99060946-2a2e-49dd-8b0e-eeaebcfc4be0" providerId="ADAL" clId="{2C3491A0-1414-470E-A067-5CDC17BC2094}" dt="2026-09-20T08:05:52.513" v="951"/>
          <ac:spMkLst>
            <pc:docMk/>
            <pc:sldMk cId="1192061966" sldId="1885"/>
            <ac:spMk id="5" creationId="{941DD56F-8339-8262-48D9-FF1A68755372}"/>
          </ac:spMkLst>
        </pc:spChg>
        <pc:spChg chg="add mod">
          <ac:chgData name="Mary Rose Pasco" userId="99060946-2a2e-49dd-8b0e-eeaebcfc4be0" providerId="ADAL" clId="{2C3491A0-1414-470E-A067-5CDC17BC2094}" dt="2026-09-20T08:15:51.304" v="1054" actId="1076"/>
          <ac:spMkLst>
            <pc:docMk/>
            <pc:sldMk cId="1192061966" sldId="1885"/>
            <ac:spMk id="9" creationId="{CC60C3D6-6F66-0F71-58CA-B3D1D3522358}"/>
          </ac:spMkLst>
        </pc:spChg>
        <pc:picChg chg="add mod">
          <ac:chgData name="Mary Rose Pasco" userId="99060946-2a2e-49dd-8b0e-eeaebcfc4be0" providerId="ADAL" clId="{2C3491A0-1414-470E-A067-5CDC17BC2094}" dt="2026-09-20T08:06:21.674" v="961" actId="1076"/>
          <ac:picMkLst>
            <pc:docMk/>
            <pc:sldMk cId="1192061966" sldId="1885"/>
            <ac:picMk id="7" creationId="{933B8E44-AF10-F879-19D3-37E39358A6C8}"/>
          </ac:picMkLst>
        </pc:picChg>
      </pc:sldChg>
      <pc:sldChg chg="addSp delSp modSp new mod modTransition">
        <pc:chgData name="Mary Rose Pasco" userId="99060946-2a2e-49dd-8b0e-eeaebcfc4be0" providerId="ADAL" clId="{2C3491A0-1414-470E-A067-5CDC17BC2094}" dt="2026-09-20T08:27:36.430" v="1194"/>
        <pc:sldMkLst>
          <pc:docMk/>
          <pc:sldMk cId="3980339350" sldId="1886"/>
        </pc:sldMkLst>
        <pc:spChg chg="del">
          <ac:chgData name="Mary Rose Pasco" userId="99060946-2a2e-49dd-8b0e-eeaebcfc4be0" providerId="ADAL" clId="{2C3491A0-1414-470E-A067-5CDC17BC2094}" dt="2026-09-20T08:09:27.505" v="986" actId="21"/>
          <ac:spMkLst>
            <pc:docMk/>
            <pc:sldMk cId="3980339350" sldId="1886"/>
            <ac:spMk id="2" creationId="{05C0765E-750E-F8DB-1E9E-39BD4E6B9D75}"/>
          </ac:spMkLst>
        </pc:spChg>
        <pc:spChg chg="del">
          <ac:chgData name="Mary Rose Pasco" userId="99060946-2a2e-49dd-8b0e-eeaebcfc4be0" providerId="ADAL" clId="{2C3491A0-1414-470E-A067-5CDC17BC2094}" dt="2026-09-20T08:09:28.409" v="987"/>
          <ac:spMkLst>
            <pc:docMk/>
            <pc:sldMk cId="3980339350" sldId="1886"/>
            <ac:spMk id="3" creationId="{E882278E-37E6-7435-56DF-F146FACE0488}"/>
          </ac:spMkLst>
        </pc:spChg>
        <pc:spChg chg="del">
          <ac:chgData name="Mary Rose Pasco" userId="99060946-2a2e-49dd-8b0e-eeaebcfc4be0" providerId="ADAL" clId="{2C3491A0-1414-470E-A067-5CDC17BC2094}" dt="2026-09-20T08:09:23.789" v="985" actId="21"/>
          <ac:spMkLst>
            <pc:docMk/>
            <pc:sldMk cId="3980339350" sldId="1886"/>
            <ac:spMk id="4" creationId="{63607324-3E8D-2EEC-EFB4-CCA0C364F8D0}"/>
          </ac:spMkLst>
        </pc:spChg>
        <pc:spChg chg="add mod">
          <ac:chgData name="Mary Rose Pasco" userId="99060946-2a2e-49dd-8b0e-eeaebcfc4be0" providerId="ADAL" clId="{2C3491A0-1414-470E-A067-5CDC17BC2094}" dt="2026-09-20T08:16:40.254" v="1066"/>
          <ac:spMkLst>
            <pc:docMk/>
            <pc:sldMk cId="3980339350" sldId="1886"/>
            <ac:spMk id="7" creationId="{05C0765E-750E-F8DB-1E9E-39BD4E6B9D75}"/>
          </ac:spMkLst>
        </pc:spChg>
        <pc:spChg chg="add mod">
          <ac:chgData name="Mary Rose Pasco" userId="99060946-2a2e-49dd-8b0e-eeaebcfc4be0" providerId="ADAL" clId="{2C3491A0-1414-470E-A067-5CDC17BC2094}" dt="2026-09-20T08:16:45.918" v="1067" actId="1076"/>
          <ac:spMkLst>
            <pc:docMk/>
            <pc:sldMk cId="3980339350" sldId="1886"/>
            <ac:spMk id="9" creationId="{66D18DD1-46C6-19FF-1151-80F2010C5601}"/>
          </ac:spMkLst>
        </pc:spChg>
        <pc:spChg chg="del mod">
          <ac:chgData name="Mary Rose Pasco" userId="99060946-2a2e-49dd-8b0e-eeaebcfc4be0" providerId="ADAL" clId="{2C3491A0-1414-470E-A067-5CDC17BC2094}" dt="2026-09-20T08:12:27.491" v="1014"/>
          <ac:spMkLst>
            <pc:docMk/>
            <pc:sldMk cId="3980339350" sldId="1886"/>
            <ac:spMk id="13" creationId="{1096F780-ABF4-054A-0E0F-53D1CA1F3F4C}"/>
          </ac:spMkLst>
        </pc:spChg>
        <pc:spChg chg="mod">
          <ac:chgData name="Mary Rose Pasco" userId="99060946-2a2e-49dd-8b0e-eeaebcfc4be0" providerId="ADAL" clId="{2C3491A0-1414-470E-A067-5CDC17BC2094}" dt="2026-09-20T08:16:49.054" v="1069" actId="404"/>
          <ac:spMkLst>
            <pc:docMk/>
            <pc:sldMk cId="3980339350" sldId="1886"/>
            <ac:spMk id="15" creationId="{279011C5-A18E-0C07-C93E-AD990E9BD503}"/>
          </ac:spMkLst>
        </pc:spChg>
        <pc:picChg chg="add del">
          <ac:chgData name="Mary Rose Pasco" userId="99060946-2a2e-49dd-8b0e-eeaebcfc4be0" providerId="ADAL" clId="{2C3491A0-1414-470E-A067-5CDC17BC2094}" dt="2026-09-20T08:06:58.078" v="964" actId="22"/>
          <ac:picMkLst>
            <pc:docMk/>
            <pc:sldMk cId="3980339350" sldId="1886"/>
            <ac:picMk id="6" creationId="{466062FE-1D14-7CE5-FB8A-A2B68E4373DE}"/>
          </ac:picMkLst>
        </pc:picChg>
        <pc:picChg chg="add mod">
          <ac:chgData name="Mary Rose Pasco" userId="99060946-2a2e-49dd-8b0e-eeaebcfc4be0" providerId="ADAL" clId="{2C3491A0-1414-470E-A067-5CDC17BC2094}" dt="2026-09-20T08:17:01.214" v="1070" actId="1076"/>
          <ac:picMkLst>
            <pc:docMk/>
            <pc:sldMk cId="3980339350" sldId="1886"/>
            <ac:picMk id="11" creationId="{ABF7FFD7-2420-AED8-656C-C390497F1420}"/>
          </ac:picMkLst>
        </pc:picChg>
      </pc:sldChg>
      <pc:sldChg chg="new del">
        <pc:chgData name="Mary Rose Pasco" userId="99060946-2a2e-49dd-8b0e-eeaebcfc4be0" providerId="ADAL" clId="{2C3491A0-1414-470E-A067-5CDC17BC2094}" dt="2026-09-20T08:43:40.594" v="1198" actId="2696"/>
        <pc:sldMkLst>
          <pc:docMk/>
          <pc:sldMk cId="11078019" sldId="1887"/>
        </pc:sldMkLst>
      </pc:sldChg>
      <pc:sldChg chg="delSp new del mod">
        <pc:chgData name="Mary Rose Pasco" userId="99060946-2a2e-49dd-8b0e-eeaebcfc4be0" providerId="ADAL" clId="{2C3491A0-1414-470E-A067-5CDC17BC2094}" dt="2026-09-20T08:21:53.004" v="1081" actId="2696"/>
        <pc:sldMkLst>
          <pc:docMk/>
          <pc:sldMk cId="2112706383" sldId="1887"/>
        </pc:sldMkLst>
        <pc:spChg chg="del">
          <ac:chgData name="Mary Rose Pasco" userId="99060946-2a2e-49dd-8b0e-eeaebcfc4be0" providerId="ADAL" clId="{2C3491A0-1414-470E-A067-5CDC17BC2094}" dt="2026-09-20T08:17:44.986" v="1074" actId="21"/>
          <ac:spMkLst>
            <pc:docMk/>
            <pc:sldMk cId="2112706383" sldId="1887"/>
            <ac:spMk id="2" creationId="{E81BA84E-B63C-48F9-1064-82401CD1F0D1}"/>
          </ac:spMkLst>
        </pc:spChg>
        <pc:spChg chg="del">
          <ac:chgData name="Mary Rose Pasco" userId="99060946-2a2e-49dd-8b0e-eeaebcfc4be0" providerId="ADAL" clId="{2C3491A0-1414-470E-A067-5CDC17BC2094}" dt="2026-09-20T08:17:48.024" v="1075" actId="21"/>
          <ac:spMkLst>
            <pc:docMk/>
            <pc:sldMk cId="2112706383" sldId="1887"/>
            <ac:spMk id="4" creationId="{1171D55E-E24B-392A-6478-DCB40BECE227}"/>
          </ac:spMkLst>
        </pc:spChg>
      </pc:sldChg>
      <pc:sldChg chg="addSp delSp modSp new mod">
        <pc:chgData name="Mary Rose Pasco" userId="99060946-2a2e-49dd-8b0e-eeaebcfc4be0" providerId="ADAL" clId="{2C3491A0-1414-470E-A067-5CDC17BC2094}" dt="2026-09-20T08:46:05.956" v="1304" actId="1076"/>
        <pc:sldMkLst>
          <pc:docMk/>
          <pc:sldMk cId="2133963677" sldId="1887"/>
        </pc:sldMkLst>
        <pc:spChg chg="mod">
          <ac:chgData name="Mary Rose Pasco" userId="99060946-2a2e-49dd-8b0e-eeaebcfc4be0" providerId="ADAL" clId="{2C3491A0-1414-470E-A067-5CDC17BC2094}" dt="2026-09-20T08:46:05.956" v="1304" actId="1076"/>
          <ac:spMkLst>
            <pc:docMk/>
            <pc:sldMk cId="2133963677" sldId="1887"/>
            <ac:spMk id="2" creationId="{269D7BB7-D8CB-CE53-C8F6-C604B59BB365}"/>
          </ac:spMkLst>
        </pc:spChg>
        <pc:spChg chg="del mod">
          <ac:chgData name="Mary Rose Pasco" userId="99060946-2a2e-49dd-8b0e-eeaebcfc4be0" providerId="ADAL" clId="{2C3491A0-1414-470E-A067-5CDC17BC2094}" dt="2026-09-20T08:45:06.424" v="1246" actId="21"/>
          <ac:spMkLst>
            <pc:docMk/>
            <pc:sldMk cId="2133963677" sldId="1887"/>
            <ac:spMk id="3" creationId="{B3334128-429A-F352-BFC9-4F4AE991796E}"/>
          </ac:spMkLst>
        </pc:spChg>
        <pc:spChg chg="add del mod">
          <ac:chgData name="Mary Rose Pasco" userId="99060946-2a2e-49dd-8b0e-eeaebcfc4be0" providerId="ADAL" clId="{2C3491A0-1414-470E-A067-5CDC17BC2094}" dt="2026-09-20T08:45:18.545" v="1249" actId="21"/>
          <ac:spMkLst>
            <pc:docMk/>
            <pc:sldMk cId="2133963677" sldId="1887"/>
            <ac:spMk id="4" creationId="{1FA66912-0483-3186-198C-568DF778B09C}"/>
          </ac:spMkLst>
        </pc:spChg>
      </pc:sldChg>
      <pc:sldChg chg="add del">
        <pc:chgData name="Mary Rose Pasco" userId="99060946-2a2e-49dd-8b0e-eeaebcfc4be0" providerId="ADAL" clId="{2C3491A0-1414-470E-A067-5CDC17BC2094}" dt="2026-09-20T08:21:57.404" v="1083"/>
        <pc:sldMkLst>
          <pc:docMk/>
          <pc:sldMk cId="2246073498" sldId="1887"/>
        </pc:sldMkLst>
      </pc:sldChg>
      <pc:sldChg chg="new del">
        <pc:chgData name="Mary Rose Pasco" userId="99060946-2a2e-49dd-8b0e-eeaebcfc4be0" providerId="ADAL" clId="{2C3491A0-1414-470E-A067-5CDC17BC2094}" dt="2026-09-20T08:21:51.074" v="1080" actId="2696"/>
        <pc:sldMkLst>
          <pc:docMk/>
          <pc:sldMk cId="1241368249" sldId="18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1632278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4</a:t>
            </a:fld>
            <a:endParaRPr lang="en-US" altLang="en-US" dirty="0"/>
          </a:p>
        </p:txBody>
      </p:sp>
    </p:spTree>
    <p:extLst>
      <p:ext uri="{BB962C8B-B14F-4D97-AF65-F5344CB8AC3E}">
        <p14:creationId xmlns:p14="http://schemas.microsoft.com/office/powerpoint/2010/main" val="138341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13</a:t>
            </a:fld>
            <a:endParaRPr lang="en-US" altLang="en-US" dirty="0"/>
          </a:p>
        </p:txBody>
      </p:sp>
    </p:spTree>
    <p:extLst>
      <p:ext uri="{BB962C8B-B14F-4D97-AF65-F5344CB8AC3E}">
        <p14:creationId xmlns:p14="http://schemas.microsoft.com/office/powerpoint/2010/main" val="42418464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DB60B1-BEF5-4848-BB02-98EBFE355C13}"/>
              </a:ext>
            </a:extLst>
          </p:cNvPr>
          <p:cNvPicPr>
            <a:picLocks noChangeAspect="1"/>
          </p:cNvPicPr>
          <p:nvPr userDrawn="1"/>
        </p:nvPicPr>
        <p:blipFill>
          <a:blip r:embed="rId2"/>
          <a:srcRect/>
          <a:stretch/>
        </p:blipFill>
        <p:spPr>
          <a:xfrm>
            <a:off x="0" y="1"/>
            <a:ext cx="12191998" cy="6857999"/>
          </a:xfrm>
          <a:prstGeom prst="rect">
            <a:avLst/>
          </a:prstGeom>
        </p:spPr>
      </p:pic>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8FD53BA4-73D2-4CCA-8580-11F4221524F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a:extLst>
              <a:ext uri="{FF2B5EF4-FFF2-40B4-BE49-F238E27FC236}">
                <a16:creationId xmlns:a16="http://schemas.microsoft.com/office/drawing/2014/main" id="{3917D528-010E-4303-97BF-F7F67BC661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0252"/>
            <a:ext cx="12192000" cy="867748"/>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6" descr="Red, blue grey white pattern background">
            <a:extLst>
              <a:ext uri="{FF2B5EF4-FFF2-40B4-BE49-F238E27FC236}">
                <a16:creationId xmlns:a16="http://schemas.microsoft.com/office/drawing/2014/main" id="{3A82D859-AED3-485F-A04E-40320B1043A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8" descr="Red, blue grey white pattern background">
            <a:extLst>
              <a:ext uri="{FF2B5EF4-FFF2-40B4-BE49-F238E27FC236}">
                <a16:creationId xmlns:a16="http://schemas.microsoft.com/office/drawing/2014/main" id="{EFDBB6A3-9760-4B41-9E31-6D5DD396E16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294626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a:extLst>
              <a:ext uri="{FF2B5EF4-FFF2-40B4-BE49-F238E27FC236}">
                <a16:creationId xmlns:a16="http://schemas.microsoft.com/office/drawing/2014/main" id="{1014381E-E235-4624-9267-69EEEE9826F2}"/>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80922"/>
            <a:ext cx="12192000" cy="877078"/>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6696C96D-182E-490E-A117-B60FF185367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395142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a:extLst>
              <a:ext uri="{FF2B5EF4-FFF2-40B4-BE49-F238E27FC236}">
                <a16:creationId xmlns:a16="http://schemas.microsoft.com/office/drawing/2014/main" id="{21F9B252-B7D4-4DA8-92E8-8A98BFEF41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906BF34F-6945-4E11-BAEC-F66F7254C4C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BC85C715-EF0D-4E33-AC89-C35DD2596E5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84037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91" r:id="rId4"/>
    <p:sldLayoutId id="2147483701" r:id="rId5"/>
    <p:sldLayoutId id="2147483706" r:id="rId6"/>
    <p:sldLayoutId id="2147483702" r:id="rId7"/>
    <p:sldLayoutId id="2147483704" r:id="rId8"/>
    <p:sldLayoutId id="2147483703" r:id="rId9"/>
    <p:sldLayoutId id="2147483690" r:id="rId10"/>
    <p:sldLayoutId id="2147483708"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title"/>
          </p:nvPr>
        </p:nvSpPr>
        <p:spPr>
          <a:xfrm>
            <a:off x="4893734" y="1"/>
            <a:ext cx="6768380" cy="3928532"/>
          </a:xfrm>
        </p:spPr>
        <p:txBody>
          <a:bodyPr anchor="ctr">
            <a:noAutofit/>
          </a:bodyPr>
          <a:lstStyle/>
          <a:p>
            <a:r>
              <a:rPr lang="en-PH" sz="5400" b="0" dirty="0">
                <a:latin typeface="Arial" panose="020B0604020202020204" pitchFamily="34" charset="0"/>
                <a:cs typeface="Arial" panose="020B0604020202020204" pitchFamily="34" charset="0"/>
              </a:rPr>
              <a:t>Property TV Management System</a:t>
            </a:r>
            <a:endParaRPr lang="en-US" altLang="en-US" sz="5400" b="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3B892940-47AB-B7AC-FA53-2ADFD3CA1FB2}"/>
              </a:ext>
            </a:extLst>
          </p:cNvPr>
          <p:cNvSpPr txBox="1"/>
          <p:nvPr/>
        </p:nvSpPr>
        <p:spPr>
          <a:xfrm>
            <a:off x="4893734" y="3810000"/>
            <a:ext cx="5672666" cy="1200329"/>
          </a:xfrm>
          <a:prstGeom prst="rect">
            <a:avLst/>
          </a:prstGeom>
          <a:noFill/>
        </p:spPr>
        <p:txBody>
          <a:bodyPr wrap="square" rtlCol="0">
            <a:spAutoFit/>
          </a:bodyPr>
          <a:lstStyle/>
          <a:p>
            <a:r>
              <a:rPr lang="en-US" sz="2400" dirty="0">
                <a:solidFill>
                  <a:schemeClr val="bg1"/>
                </a:solidFill>
              </a:rPr>
              <a:t>Submitted by: Mary Rose Pasco </a:t>
            </a:r>
          </a:p>
          <a:p>
            <a:endParaRPr lang="en-US" sz="2400" dirty="0">
              <a:solidFill>
                <a:schemeClr val="bg1"/>
              </a:solidFill>
            </a:endParaRPr>
          </a:p>
          <a:p>
            <a:r>
              <a:rPr lang="en-US" sz="2400" dirty="0">
                <a:solidFill>
                  <a:schemeClr val="bg1"/>
                </a:solidFill>
              </a:rPr>
              <a:t>Submitted to: Prof. Jonathan Fuller</a:t>
            </a:r>
            <a:endParaRPr lang="en-US" sz="2400" dirty="0"/>
          </a:p>
        </p:txBody>
      </p:sp>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a:xfrm>
            <a:off x="762000" y="715961"/>
            <a:ext cx="6477000" cy="1028172"/>
          </a:xfrm>
        </p:spPr>
        <p:txBody>
          <a:bodyPr/>
          <a:lstStyle/>
          <a:p>
            <a:r>
              <a:rPr lang="en-PH" dirty="0">
                <a:latin typeface="Arial" panose="020B0604020202020204" pitchFamily="34" charset="0"/>
                <a:cs typeface="Arial" panose="020B0604020202020204" pitchFamily="34" charset="0"/>
              </a:rPr>
              <a:t>Project Description</a:t>
            </a:r>
            <a:endParaRPr lang="en-US" dirty="0">
              <a:latin typeface="Arial" panose="020B0604020202020204" pitchFamily="34" charset="0"/>
              <a:cs typeface="Arial" panose="020B0604020202020204" pitchFamily="34" charset="0"/>
            </a:endParaRP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1"/>
          </p:nvPr>
        </p:nvSpPr>
        <p:spPr>
          <a:xfrm>
            <a:off x="625930" y="1905000"/>
            <a:ext cx="6613070" cy="3530600"/>
          </a:xfrm>
        </p:spPr>
        <p:txBody>
          <a:bodyPr/>
          <a:lstStyle/>
          <a:p>
            <a:r>
              <a:rPr lang="en-PH" sz="2000" b="0" dirty="0">
                <a:latin typeface="Arial" panose="020B0604020202020204" pitchFamily="34" charset="0"/>
                <a:cs typeface="Arial" panose="020B0604020202020204" pitchFamily="34" charset="0"/>
              </a:rPr>
              <a:t>The Property TV Management System is designed to manage hotel properties, TV equipment, and technical support tickets. It allows administrators to maintain property records, monitor equipment such as </a:t>
            </a:r>
            <a:r>
              <a:rPr lang="en-PH" sz="2000" b="0" dirty="0" err="1">
                <a:latin typeface="Arial" panose="020B0604020202020204" pitchFamily="34" charset="0"/>
                <a:cs typeface="Arial" panose="020B0604020202020204" pitchFamily="34" charset="0"/>
              </a:rPr>
              <a:t>SmartBoxes</a:t>
            </a:r>
            <a:r>
              <a:rPr lang="en-PH" sz="2000" b="0" dirty="0">
                <a:latin typeface="Arial" panose="020B0604020202020204" pitchFamily="34" charset="0"/>
                <a:cs typeface="Arial" panose="020B0604020202020204" pitchFamily="34" charset="0"/>
              </a:rPr>
              <a:t>, splitters, and satellite dishes, and track reported technical issues.</a:t>
            </a:r>
          </a:p>
          <a:p>
            <a:r>
              <a:rPr lang="en-PH" sz="2000" b="0" dirty="0">
                <a:latin typeface="Arial" panose="020B0604020202020204" pitchFamily="34" charset="0"/>
                <a:cs typeface="Arial" panose="020B0604020202020204" pitchFamily="34" charset="0"/>
              </a:rPr>
              <a:t>The system centralizes property, equipment, and ticket information in a single database, making it easier to monitor equipment status, manage support requests, and efficiently track issues from creation to resolution.</a:t>
            </a:r>
          </a:p>
        </p:txBody>
      </p:sp>
    </p:spTree>
    <p:extLst>
      <p:ext uri="{BB962C8B-B14F-4D97-AF65-F5344CB8AC3E}">
        <p14:creationId xmlns:p14="http://schemas.microsoft.com/office/powerpoint/2010/main" val="461669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1422401" y="1182667"/>
            <a:ext cx="9244298" cy="615553"/>
          </a:xfrm>
        </p:spPr>
        <p:txBody>
          <a:bodyPr/>
          <a:lstStyle/>
          <a:p>
            <a:r>
              <a:rPr lang="en-PH" dirty="0">
                <a:latin typeface="Arial" panose="020B0604020202020204" pitchFamily="34" charset="0"/>
                <a:cs typeface="Arial" panose="020B0604020202020204" pitchFamily="34" charset="0"/>
              </a:rPr>
              <a:t>Reason for Selecting the Project</a:t>
            </a:r>
            <a:endParaRPr lang="en-US" dirty="0">
              <a:latin typeface="Arial" panose="020B0604020202020204" pitchFamily="34" charset="0"/>
              <a:cs typeface="Arial" panose="020B0604020202020204" pitchFamily="34" charset="0"/>
            </a:endParaRPr>
          </a:p>
        </p:txBody>
      </p:sp>
      <p:sp>
        <p:nvSpPr>
          <p:cNvPr id="6" name="Text Placeholder 5">
            <a:extLst>
              <a:ext uri="{FF2B5EF4-FFF2-40B4-BE49-F238E27FC236}">
                <a16:creationId xmlns:a16="http://schemas.microsoft.com/office/drawing/2014/main" id="{7DCBA01B-ECA4-4938-872A-B38BEB13AC06}"/>
              </a:ext>
            </a:extLst>
          </p:cNvPr>
          <p:cNvSpPr>
            <a:spLocks noGrp="1"/>
          </p:cNvSpPr>
          <p:nvPr>
            <p:ph type="body" sz="quarter" idx="12"/>
          </p:nvPr>
        </p:nvSpPr>
        <p:spPr>
          <a:xfrm>
            <a:off x="1744133" y="2082801"/>
            <a:ext cx="8551334" cy="3234266"/>
          </a:xfrm>
        </p:spPr>
        <p:txBody>
          <a:bodyPr/>
          <a:lstStyle/>
          <a:p>
            <a:r>
              <a:rPr lang="en-PH" sz="2400" dirty="0">
                <a:latin typeface="Arial" panose="020B0604020202020204" pitchFamily="34" charset="0"/>
                <a:cs typeface="Arial" panose="020B0604020202020204" pitchFamily="34" charset="0"/>
              </a:rPr>
              <a:t>I selected this project because it is closely related to my current work environment. I regularly handle property support tickets, </a:t>
            </a:r>
            <a:r>
              <a:rPr lang="en-PH" sz="2400" dirty="0" err="1">
                <a:latin typeface="Arial" panose="020B0604020202020204" pitchFamily="34" charset="0"/>
                <a:cs typeface="Arial" panose="020B0604020202020204" pitchFamily="34" charset="0"/>
              </a:rPr>
              <a:t>SmartBox</a:t>
            </a:r>
            <a:r>
              <a:rPr lang="en-PH" sz="2400" dirty="0">
                <a:latin typeface="Arial" panose="020B0604020202020204" pitchFamily="34" charset="0"/>
                <a:cs typeface="Arial" panose="020B0604020202020204" pitchFamily="34" charset="0"/>
              </a:rPr>
              <a:t> devices, satellite equipment, and technical troubleshooting activities. Developing this system allows me to apply database concepts to a real-world scenario that I am familiar with while creating a practical solution for managing property TV services.</a:t>
            </a:r>
            <a:endParaRPr lang="en-US" sz="2400" dirty="0">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803542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FBE6B-DC67-4E64-80F4-CADE978D2FE3}"/>
              </a:ext>
            </a:extLst>
          </p:cNvPr>
          <p:cNvSpPr>
            <a:spLocks noGrp="1"/>
          </p:cNvSpPr>
          <p:nvPr>
            <p:ph type="title"/>
          </p:nvPr>
        </p:nvSpPr>
        <p:spPr>
          <a:xfrm>
            <a:off x="762000" y="715964"/>
            <a:ext cx="10591800" cy="646332"/>
          </a:xfrm>
        </p:spPr>
        <p:txBody>
          <a:bodyPr/>
          <a:lstStyle/>
          <a:p>
            <a:pPr fontAlgn="t"/>
            <a:r>
              <a:rPr lang="en-PH" dirty="0">
                <a:latin typeface="Arial" panose="020B0604020202020204" pitchFamily="34" charset="0"/>
                <a:cs typeface="Arial" panose="020B0604020202020204" pitchFamily="34" charset="0"/>
              </a:rPr>
              <a:t>System Features</a:t>
            </a:r>
          </a:p>
        </p:txBody>
      </p:sp>
      <p:sp>
        <p:nvSpPr>
          <p:cNvPr id="11" name="Text Placeholder 10">
            <a:extLst>
              <a:ext uri="{FF2B5EF4-FFF2-40B4-BE49-F238E27FC236}">
                <a16:creationId xmlns:a16="http://schemas.microsoft.com/office/drawing/2014/main" id="{4C6A9FD9-630E-44B9-BED8-AFEA6C84A88B}"/>
              </a:ext>
            </a:extLst>
          </p:cNvPr>
          <p:cNvSpPr>
            <a:spLocks noGrp="1"/>
          </p:cNvSpPr>
          <p:nvPr>
            <p:ph type="body" sz="quarter" idx="11"/>
          </p:nvPr>
        </p:nvSpPr>
        <p:spPr>
          <a:xfrm>
            <a:off x="762000" y="1432562"/>
            <a:ext cx="10667999" cy="1158237"/>
          </a:xfrm>
        </p:spPr>
        <p:txBody>
          <a:bodyPr/>
          <a:lstStyle/>
          <a:p>
            <a:r>
              <a:rPr lang="en-PH" sz="2400" b="1" dirty="0">
                <a:latin typeface="Arial" panose="020B0604020202020204" pitchFamily="34" charset="0"/>
                <a:cs typeface="Arial" panose="020B0604020202020204" pitchFamily="34" charset="0"/>
              </a:rPr>
              <a:t>Feature 1: Property Management</a:t>
            </a:r>
            <a:endParaRPr lang="en-PH" altLang="en-US" sz="2000" dirty="0">
              <a:latin typeface="Arial" panose="020B0604020202020204" pitchFamily="34" charset="0"/>
              <a:cs typeface="Arial" panose="020B0604020202020204" pitchFamily="34" charset="0"/>
            </a:endParaRPr>
          </a:p>
          <a:p>
            <a:pPr fontAlgn="t"/>
            <a:r>
              <a:rPr lang="en-PH" sz="2000" b="1" dirty="0">
                <a:latin typeface="Arial" panose="020B0604020202020204" pitchFamily="34" charset="0"/>
                <a:cs typeface="Arial" panose="020B0604020202020204" pitchFamily="34" charset="0"/>
              </a:rPr>
              <a:t>Description:</a:t>
            </a:r>
            <a:endParaRPr lang="en-PH" sz="2000" dirty="0">
              <a:latin typeface="Arial" panose="020B0604020202020204" pitchFamily="34" charset="0"/>
              <a:cs typeface="Arial" panose="020B0604020202020204" pitchFamily="34" charset="0"/>
            </a:endParaRPr>
          </a:p>
          <a:p>
            <a:pPr fontAlgn="t"/>
            <a:r>
              <a:rPr lang="en-PH" sz="2000" dirty="0">
                <a:latin typeface="Arial" panose="020B0604020202020204" pitchFamily="34" charset="0"/>
                <a:cs typeface="Arial" panose="020B0604020202020204" pitchFamily="34" charset="0"/>
              </a:rPr>
              <a:t>This feature allows users to manage property information stored in the system. Users can add, update, and view property records such as property name, location, and contact number.</a:t>
            </a:r>
          </a:p>
          <a:p>
            <a:pPr fontAlgn="t"/>
            <a:r>
              <a:rPr lang="en-PH" sz="2000" b="1" dirty="0">
                <a:latin typeface="Arial" panose="020B0604020202020204" pitchFamily="34" charset="0"/>
                <a:cs typeface="Arial" panose="020B0604020202020204" pitchFamily="34" charset="0"/>
              </a:rPr>
              <a:t>Functions:</a:t>
            </a:r>
            <a:endParaRPr lang="en-PH" sz="2000" dirty="0">
              <a:latin typeface="Arial" panose="020B0604020202020204" pitchFamily="34" charset="0"/>
              <a:cs typeface="Arial" panose="020B0604020202020204" pitchFamily="34" charset="0"/>
            </a:endParaRP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Add Property</a:t>
            </a: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Update Property Information</a:t>
            </a: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View Property Details</a:t>
            </a:r>
          </a:p>
          <a:p>
            <a:endParaRPr lang="en-US" altLang="en-US" dirty="0"/>
          </a:p>
        </p:txBody>
      </p:sp>
    </p:spTree>
    <p:extLst>
      <p:ext uri="{BB962C8B-B14F-4D97-AF65-F5344CB8AC3E}">
        <p14:creationId xmlns:p14="http://schemas.microsoft.com/office/powerpoint/2010/main" val="2957678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68D475F-8E0D-45A0-C770-5C25DBBB70AC}"/>
              </a:ext>
            </a:extLst>
          </p:cNvPr>
          <p:cNvSpPr>
            <a:spLocks noGrp="1"/>
          </p:cNvSpPr>
          <p:nvPr>
            <p:ph type="body" sz="quarter" idx="11"/>
          </p:nvPr>
        </p:nvSpPr>
        <p:spPr>
          <a:xfrm>
            <a:off x="762000" y="1074430"/>
            <a:ext cx="10667999" cy="1158237"/>
          </a:xfrm>
        </p:spPr>
        <p:txBody>
          <a:bodyPr/>
          <a:lstStyle/>
          <a:p>
            <a:pPr fontAlgn="t"/>
            <a:r>
              <a:rPr lang="en-PH" sz="2400" b="1" dirty="0">
                <a:latin typeface="Arial" panose="020B0604020202020204" pitchFamily="34" charset="0"/>
                <a:cs typeface="Arial" panose="020B0604020202020204" pitchFamily="34" charset="0"/>
              </a:rPr>
              <a:t>Feature 2: Equipment Management</a:t>
            </a:r>
          </a:p>
          <a:p>
            <a:pPr fontAlgn="t"/>
            <a:r>
              <a:rPr lang="en-PH" sz="2000" b="1" dirty="0">
                <a:latin typeface="Arial" panose="020B0604020202020204" pitchFamily="34" charset="0"/>
                <a:cs typeface="Arial" panose="020B0604020202020204" pitchFamily="34" charset="0"/>
              </a:rPr>
              <a:t>Description:</a:t>
            </a:r>
            <a:endParaRPr lang="en-PH" sz="2000" dirty="0">
              <a:latin typeface="Arial" panose="020B0604020202020204" pitchFamily="34" charset="0"/>
              <a:cs typeface="Arial" panose="020B0604020202020204" pitchFamily="34" charset="0"/>
            </a:endParaRPr>
          </a:p>
          <a:p>
            <a:pPr fontAlgn="t"/>
            <a:r>
              <a:rPr lang="en-PH" sz="2000" dirty="0">
                <a:latin typeface="Arial" panose="020B0604020202020204" pitchFamily="34" charset="0"/>
                <a:cs typeface="Arial" panose="020B0604020202020204" pitchFamily="34" charset="0"/>
              </a:rPr>
              <a:t>This feature is used to manage and monitor television distribution equipment assigned to each property. Equipment information such as equipment type, serial number, and operational status can be recorded and viewed.</a:t>
            </a:r>
          </a:p>
          <a:p>
            <a:pPr fontAlgn="t"/>
            <a:r>
              <a:rPr lang="en-PH" sz="2000" b="1" dirty="0">
                <a:latin typeface="Arial" panose="020B0604020202020204" pitchFamily="34" charset="0"/>
                <a:cs typeface="Arial" panose="020B0604020202020204" pitchFamily="34" charset="0"/>
              </a:rPr>
              <a:t>Functions:</a:t>
            </a:r>
            <a:endParaRPr lang="en-PH" sz="2000" dirty="0">
              <a:latin typeface="Arial" panose="020B0604020202020204" pitchFamily="34" charset="0"/>
              <a:cs typeface="Arial" panose="020B0604020202020204" pitchFamily="34" charset="0"/>
            </a:endParaRP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Add Equipment</a:t>
            </a: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View Equipment Information</a:t>
            </a: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Monitor Equipment Status</a:t>
            </a:r>
          </a:p>
        </p:txBody>
      </p:sp>
    </p:spTree>
    <p:extLst>
      <p:ext uri="{BB962C8B-B14F-4D97-AF65-F5344CB8AC3E}">
        <p14:creationId xmlns:p14="http://schemas.microsoft.com/office/powerpoint/2010/main" val="1787540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7F70491-2141-07CB-6414-A279FE93300D}"/>
              </a:ext>
            </a:extLst>
          </p:cNvPr>
          <p:cNvSpPr>
            <a:spLocks noGrp="1"/>
          </p:cNvSpPr>
          <p:nvPr>
            <p:ph type="body" sz="quarter" idx="11"/>
          </p:nvPr>
        </p:nvSpPr>
        <p:spPr>
          <a:xfrm>
            <a:off x="762000" y="992295"/>
            <a:ext cx="10667999" cy="1158237"/>
          </a:xfrm>
        </p:spPr>
        <p:txBody>
          <a:bodyPr/>
          <a:lstStyle/>
          <a:p>
            <a:pPr fontAlgn="t"/>
            <a:r>
              <a:rPr lang="en-PH" sz="2400" b="1" dirty="0">
                <a:latin typeface="Arial" panose="020B0604020202020204" pitchFamily="34" charset="0"/>
                <a:cs typeface="Arial" panose="020B0604020202020204" pitchFamily="34" charset="0"/>
              </a:rPr>
              <a:t>Feature 3: Ticket Management</a:t>
            </a:r>
          </a:p>
          <a:p>
            <a:pPr fontAlgn="t"/>
            <a:r>
              <a:rPr lang="en-PH" sz="2000" b="1" dirty="0">
                <a:latin typeface="Arial" panose="020B0604020202020204" pitchFamily="34" charset="0"/>
                <a:cs typeface="Arial" panose="020B0604020202020204" pitchFamily="34" charset="0"/>
              </a:rPr>
              <a:t>Description:</a:t>
            </a:r>
            <a:endParaRPr lang="en-PH" sz="2000" dirty="0">
              <a:latin typeface="Arial" panose="020B0604020202020204" pitchFamily="34" charset="0"/>
              <a:cs typeface="Arial" panose="020B0604020202020204" pitchFamily="34" charset="0"/>
            </a:endParaRPr>
          </a:p>
          <a:p>
            <a:pPr fontAlgn="t"/>
            <a:r>
              <a:rPr lang="en-PH" sz="2000" dirty="0">
                <a:latin typeface="Arial" panose="020B0604020202020204" pitchFamily="34" charset="0"/>
                <a:cs typeface="Arial" panose="020B0604020202020204" pitchFamily="34" charset="0"/>
              </a:rPr>
              <a:t>This feature allows users to record and track technical issues reported by properties. It helps monitor ticket status from creation until resolution.</a:t>
            </a:r>
          </a:p>
          <a:p>
            <a:pPr fontAlgn="t"/>
            <a:r>
              <a:rPr lang="en-PH" sz="2000" b="1" dirty="0">
                <a:latin typeface="Arial" panose="020B0604020202020204" pitchFamily="34" charset="0"/>
                <a:cs typeface="Arial" panose="020B0604020202020204" pitchFamily="34" charset="0"/>
              </a:rPr>
              <a:t>Functions:</a:t>
            </a:r>
            <a:endParaRPr lang="en-PH" sz="2000" dirty="0">
              <a:latin typeface="Arial" panose="020B0604020202020204" pitchFamily="34" charset="0"/>
              <a:cs typeface="Arial" panose="020B0604020202020204" pitchFamily="34" charset="0"/>
            </a:endParaRP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Create Ticket</a:t>
            </a: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Update Ticket Status</a:t>
            </a:r>
          </a:p>
          <a:p>
            <a:pPr marL="342900" lvl="0" indent="-342900" fontAlgn="t">
              <a:buFont typeface="Arial" panose="020B0604020202020204" pitchFamily="34" charset="0"/>
              <a:buChar char="•"/>
            </a:pPr>
            <a:r>
              <a:rPr lang="en-PH" sz="2000" dirty="0">
                <a:latin typeface="Arial" panose="020B0604020202020204" pitchFamily="34" charset="0"/>
                <a:cs typeface="Arial" panose="020B0604020202020204" pitchFamily="34" charset="0"/>
              </a:rPr>
              <a:t>View Ticket Records</a:t>
            </a:r>
          </a:p>
        </p:txBody>
      </p:sp>
    </p:spTree>
    <p:extLst>
      <p:ext uri="{BB962C8B-B14F-4D97-AF65-F5344CB8AC3E}">
        <p14:creationId xmlns:p14="http://schemas.microsoft.com/office/powerpoint/2010/main" val="191909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536B-8704-526B-EB67-B40BAAF21BA5}"/>
              </a:ext>
            </a:extLst>
          </p:cNvPr>
          <p:cNvSpPr>
            <a:spLocks noGrp="1"/>
          </p:cNvSpPr>
          <p:nvPr>
            <p:ph type="title"/>
          </p:nvPr>
        </p:nvSpPr>
        <p:spPr>
          <a:xfrm>
            <a:off x="851606" y="250220"/>
            <a:ext cx="10591800" cy="646332"/>
          </a:xfrm>
        </p:spPr>
        <p:txBody>
          <a:bodyPr/>
          <a:lstStyle/>
          <a:p>
            <a:r>
              <a:rPr lang="en-PH" dirty="0">
                <a:latin typeface="Arial" panose="020B0604020202020204" pitchFamily="34" charset="0"/>
                <a:cs typeface="Arial" panose="020B0604020202020204" pitchFamily="34" charset="0"/>
              </a:rPr>
              <a:t>ER Diagram</a:t>
            </a:r>
            <a:br>
              <a:rPr lang="en-PH" dirty="0"/>
            </a:br>
            <a:endParaRPr lang="en-PH" dirty="0"/>
          </a:p>
        </p:txBody>
      </p:sp>
      <p:sp>
        <p:nvSpPr>
          <p:cNvPr id="13" name="TextBox 12">
            <a:extLst>
              <a:ext uri="{FF2B5EF4-FFF2-40B4-BE49-F238E27FC236}">
                <a16:creationId xmlns:a16="http://schemas.microsoft.com/office/drawing/2014/main" id="{3BEAA0E5-C708-73A9-0BD3-EF7869E85E8F}"/>
              </a:ext>
            </a:extLst>
          </p:cNvPr>
          <p:cNvSpPr txBox="1"/>
          <p:nvPr/>
        </p:nvSpPr>
        <p:spPr>
          <a:xfrm>
            <a:off x="679803" y="2092464"/>
            <a:ext cx="6096000" cy="2000548"/>
          </a:xfrm>
          <a:prstGeom prst="rect">
            <a:avLst/>
          </a:prstGeom>
          <a:noFill/>
        </p:spPr>
        <p:txBody>
          <a:bodyPr wrap="square">
            <a:spAutoFit/>
          </a:bodyPr>
          <a:lstStyle/>
          <a:p>
            <a:pPr fontAlgn="t">
              <a:lnSpc>
                <a:spcPct val="100000"/>
              </a:lnSpc>
              <a:buNone/>
            </a:pPr>
            <a:r>
              <a:rPr lang="en-PH" sz="2400" b="1" i="0" dirty="0">
                <a:solidFill>
                  <a:schemeClr val="bg1"/>
                </a:solidFill>
                <a:effectLst/>
                <a:latin typeface="Arial" panose="020B0604020202020204" pitchFamily="34" charset="0"/>
              </a:rPr>
              <a:t>Relationship Description</a:t>
            </a:r>
          </a:p>
          <a:p>
            <a:pPr fontAlgn="t">
              <a:lnSpc>
                <a:spcPct val="100000"/>
              </a:lnSpc>
              <a:buNone/>
            </a:pPr>
            <a:endParaRPr lang="en-PH" sz="2000" b="0" i="0" dirty="0">
              <a:solidFill>
                <a:schemeClr val="bg1"/>
              </a:solidFill>
              <a:effectLst/>
              <a:latin typeface="Arial" panose="020B0604020202020204" pitchFamily="34" charset="0"/>
            </a:endParaRPr>
          </a:p>
          <a:p>
            <a:pPr marL="342900" lvl="0" indent="-342900" fontAlgn="t">
              <a:lnSpc>
                <a:spcPct val="100000"/>
              </a:lnSpc>
              <a:buFont typeface="Arial" panose="020B0604020202020204" pitchFamily="34" charset="0"/>
              <a:buChar char="•"/>
            </a:pPr>
            <a:r>
              <a:rPr lang="en-PH" sz="2000" b="0" i="0" dirty="0">
                <a:solidFill>
                  <a:schemeClr val="bg1"/>
                </a:solidFill>
                <a:effectLst/>
                <a:latin typeface="Arial" panose="020B0604020202020204" pitchFamily="34" charset="0"/>
              </a:rPr>
              <a:t>One Property can have many Equipment records.</a:t>
            </a:r>
          </a:p>
          <a:p>
            <a:pPr marL="342900" lvl="0" indent="-342900" fontAlgn="t">
              <a:lnSpc>
                <a:spcPct val="100000"/>
              </a:lnSpc>
              <a:buFont typeface="Arial" panose="020B0604020202020204" pitchFamily="34" charset="0"/>
              <a:buChar char="•"/>
            </a:pPr>
            <a:r>
              <a:rPr lang="en-PH" sz="2000" b="0" i="0" dirty="0">
                <a:solidFill>
                  <a:schemeClr val="bg1"/>
                </a:solidFill>
                <a:effectLst/>
                <a:latin typeface="Arial" panose="020B0604020202020204" pitchFamily="34" charset="0"/>
              </a:rPr>
              <a:t>One Property can have many Ticket records.</a:t>
            </a:r>
          </a:p>
          <a:p>
            <a:pPr marL="342900" lvl="0" indent="-342900" fontAlgn="t">
              <a:lnSpc>
                <a:spcPct val="100000"/>
              </a:lnSpc>
              <a:buFont typeface="Arial" panose="020B0604020202020204" pitchFamily="34" charset="0"/>
              <a:buChar char="•"/>
            </a:pPr>
            <a:r>
              <a:rPr lang="en-PH" sz="2000" b="0" i="0" dirty="0">
                <a:solidFill>
                  <a:schemeClr val="bg1"/>
                </a:solidFill>
                <a:effectLst/>
                <a:latin typeface="Arial" panose="020B0604020202020204" pitchFamily="34" charset="0"/>
              </a:rPr>
              <a:t>Each Equipment belongs to one Property.</a:t>
            </a:r>
          </a:p>
          <a:p>
            <a:pPr marL="342900" lvl="0" indent="-342900" fontAlgn="t">
              <a:lnSpc>
                <a:spcPct val="100000"/>
              </a:lnSpc>
              <a:buFont typeface="Arial" panose="020B0604020202020204" pitchFamily="34" charset="0"/>
              <a:buChar char="•"/>
            </a:pPr>
            <a:r>
              <a:rPr lang="en-PH" sz="2000" b="0" i="0" dirty="0">
                <a:solidFill>
                  <a:schemeClr val="bg1"/>
                </a:solidFill>
                <a:effectLst/>
                <a:latin typeface="Arial" panose="020B0604020202020204" pitchFamily="34" charset="0"/>
              </a:rPr>
              <a:t>Each Ticket belongs to one Property.</a:t>
            </a:r>
            <a:endParaRPr lang="en-PH" sz="2000" b="0" i="0" dirty="0">
              <a:solidFill>
                <a:schemeClr val="bg1"/>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94FEC742-1A52-29E5-0C20-E1773F687343}"/>
              </a:ext>
            </a:extLst>
          </p:cNvPr>
          <p:cNvPicPr>
            <a:picLocks noChangeAspect="1"/>
          </p:cNvPicPr>
          <p:nvPr/>
        </p:nvPicPr>
        <p:blipFill>
          <a:blip r:embed="rId2"/>
          <a:stretch>
            <a:fillRect/>
          </a:stretch>
        </p:blipFill>
        <p:spPr>
          <a:xfrm>
            <a:off x="6607078" y="310404"/>
            <a:ext cx="5584922" cy="5503112"/>
          </a:xfrm>
          <a:prstGeom prst="rect">
            <a:avLst/>
          </a:prstGeom>
        </p:spPr>
      </p:pic>
    </p:spTree>
    <p:extLst>
      <p:ext uri="{BB962C8B-B14F-4D97-AF65-F5344CB8AC3E}">
        <p14:creationId xmlns:p14="http://schemas.microsoft.com/office/powerpoint/2010/main" val="3731130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AF4AF-5359-3CC6-05DB-2111BF2406CE}"/>
              </a:ext>
            </a:extLst>
          </p:cNvPr>
          <p:cNvSpPr>
            <a:spLocks noGrp="1"/>
          </p:cNvSpPr>
          <p:nvPr>
            <p:ph type="title"/>
          </p:nvPr>
        </p:nvSpPr>
        <p:spPr>
          <a:xfrm>
            <a:off x="757381" y="258764"/>
            <a:ext cx="10591800" cy="646332"/>
          </a:xfrm>
        </p:spPr>
        <p:txBody>
          <a:bodyPr/>
          <a:lstStyle/>
          <a:p>
            <a:r>
              <a:rPr lang="en-PH" dirty="0">
                <a:latin typeface="Arial" panose="020B0604020202020204" pitchFamily="34" charset="0"/>
                <a:cs typeface="Arial" panose="020B0604020202020204" pitchFamily="34" charset="0"/>
              </a:rPr>
              <a:t>Database Schema Implementation</a:t>
            </a:r>
            <a:br>
              <a:rPr lang="en-PH" dirty="0">
                <a:latin typeface="Arial" panose="020B0604020202020204" pitchFamily="34" charset="0"/>
                <a:cs typeface="Arial" panose="020B0604020202020204" pitchFamily="34" charset="0"/>
              </a:rPr>
            </a:br>
            <a:endParaRPr lang="en-PH" dirty="0">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E6EA2E2F-9B62-33D6-BAF1-0293B89623AB}"/>
              </a:ext>
            </a:extLst>
          </p:cNvPr>
          <p:cNvSpPr>
            <a:spLocks noGrp="1"/>
          </p:cNvSpPr>
          <p:nvPr>
            <p:ph type="body" sz="quarter" idx="11"/>
          </p:nvPr>
        </p:nvSpPr>
        <p:spPr>
          <a:xfrm>
            <a:off x="719282" y="1093896"/>
            <a:ext cx="4108358" cy="1158237"/>
          </a:xfrm>
        </p:spPr>
        <p:txBody>
          <a:bodyPr/>
          <a:lstStyle/>
          <a:p>
            <a:pPr fontAlgn="t"/>
            <a:r>
              <a:rPr lang="en-PH" sz="2000" b="1" dirty="0">
                <a:latin typeface="Arial" panose="020B0604020202020204" pitchFamily="34" charset="0"/>
                <a:cs typeface="Arial" panose="020B0604020202020204" pitchFamily="34" charset="0"/>
              </a:rPr>
              <a:t>A. CREATE TABLE Statements</a:t>
            </a:r>
          </a:p>
          <a:p>
            <a:pPr fontAlgn="t"/>
            <a:r>
              <a:rPr lang="en-PH" sz="2000" b="1" dirty="0">
                <a:latin typeface="Arial" panose="020B0604020202020204" pitchFamily="34" charset="0"/>
                <a:cs typeface="Arial" panose="020B0604020202020204" pitchFamily="34" charset="0"/>
              </a:rPr>
              <a:t>PROPERTY Table</a:t>
            </a:r>
          </a:p>
          <a:p>
            <a:pPr fontAlgn="t"/>
            <a:endParaRPr lang="en-PH" sz="2000" b="1" dirty="0"/>
          </a:p>
          <a:p>
            <a:endParaRPr lang="en-PH" dirty="0"/>
          </a:p>
        </p:txBody>
      </p:sp>
      <p:sp>
        <p:nvSpPr>
          <p:cNvPr id="4" name="TextBox 3">
            <a:extLst>
              <a:ext uri="{FF2B5EF4-FFF2-40B4-BE49-F238E27FC236}">
                <a16:creationId xmlns:a16="http://schemas.microsoft.com/office/drawing/2014/main" id="{A0B38810-4D8C-122F-D668-E3E0FE0AB06A}"/>
              </a:ext>
            </a:extLst>
          </p:cNvPr>
          <p:cNvSpPr txBox="1"/>
          <p:nvPr/>
        </p:nvSpPr>
        <p:spPr>
          <a:xfrm>
            <a:off x="855704" y="2252133"/>
            <a:ext cx="5240296" cy="3077766"/>
          </a:xfrm>
          <a:prstGeom prst="rect">
            <a:avLst/>
          </a:prstGeom>
          <a:noFill/>
        </p:spPr>
        <p:txBody>
          <a:bodyPr wrap="square" rtlCol="0">
            <a:spAutoFit/>
          </a:bodyPr>
          <a:lstStyle/>
          <a:p>
            <a:r>
              <a:rPr lang="en-PH" sz="1600" dirty="0">
                <a:solidFill>
                  <a:schemeClr val="bg1"/>
                </a:solidFill>
              </a:rPr>
              <a:t>CREATE TABLE PROPERTY (</a:t>
            </a:r>
            <a:br>
              <a:rPr lang="en-PH" sz="1600" dirty="0">
                <a:solidFill>
                  <a:schemeClr val="bg1"/>
                </a:solidFill>
              </a:rPr>
            </a:br>
            <a:endParaRPr lang="en-PH" sz="1600" dirty="0">
              <a:solidFill>
                <a:schemeClr val="bg1"/>
              </a:solidFill>
            </a:endParaRPr>
          </a:p>
          <a:p>
            <a:r>
              <a:rPr lang="en-PH" sz="1600" dirty="0">
                <a:solidFill>
                  <a:schemeClr val="bg1"/>
                </a:solidFill>
              </a:rPr>
              <a:t>PROPERTY_ID NUMBER PRIMARY KEY,</a:t>
            </a:r>
            <a:br>
              <a:rPr lang="en-PH" sz="1600" dirty="0">
                <a:solidFill>
                  <a:schemeClr val="bg1"/>
                </a:solidFill>
              </a:rPr>
            </a:br>
            <a:endParaRPr lang="en-PH" sz="1600" dirty="0">
              <a:solidFill>
                <a:schemeClr val="bg1"/>
              </a:solidFill>
            </a:endParaRPr>
          </a:p>
          <a:p>
            <a:r>
              <a:rPr lang="en-PH" sz="1600" dirty="0">
                <a:solidFill>
                  <a:schemeClr val="bg1"/>
                </a:solidFill>
              </a:rPr>
              <a:t>PROPERTY_NAME VARCHAR2(100),</a:t>
            </a:r>
            <a:br>
              <a:rPr lang="en-PH" sz="1600" dirty="0">
                <a:solidFill>
                  <a:schemeClr val="bg1"/>
                </a:solidFill>
              </a:rPr>
            </a:br>
            <a:endParaRPr lang="en-PH" sz="1600" dirty="0">
              <a:solidFill>
                <a:schemeClr val="bg1"/>
              </a:solidFill>
            </a:endParaRPr>
          </a:p>
          <a:p>
            <a:r>
              <a:rPr lang="en-PH" sz="1600" dirty="0">
                <a:solidFill>
                  <a:schemeClr val="bg1"/>
                </a:solidFill>
              </a:rPr>
              <a:t>LOCATION VARCHAR2(100),</a:t>
            </a:r>
            <a:br>
              <a:rPr lang="en-PH" sz="1600" dirty="0">
                <a:solidFill>
                  <a:schemeClr val="bg1"/>
                </a:solidFill>
              </a:rPr>
            </a:br>
            <a:endParaRPr lang="en-PH" sz="1600" dirty="0">
              <a:solidFill>
                <a:schemeClr val="bg1"/>
              </a:solidFill>
            </a:endParaRPr>
          </a:p>
          <a:p>
            <a:r>
              <a:rPr lang="en-PH" sz="1600" dirty="0">
                <a:solidFill>
                  <a:schemeClr val="bg1"/>
                </a:solidFill>
              </a:rPr>
              <a:t>CONTACT_NUMBER VARCHAR2(20)</a:t>
            </a:r>
            <a:br>
              <a:rPr lang="en-PH" sz="1600" dirty="0">
                <a:solidFill>
                  <a:schemeClr val="bg1"/>
                </a:solidFill>
              </a:rPr>
            </a:br>
            <a:endParaRPr lang="en-PH" sz="1600" dirty="0">
              <a:solidFill>
                <a:schemeClr val="bg1"/>
              </a:solidFill>
            </a:endParaRPr>
          </a:p>
          <a:p>
            <a:r>
              <a:rPr lang="en-PH" sz="1600" dirty="0">
                <a:solidFill>
                  <a:schemeClr val="bg1"/>
                </a:solidFill>
              </a:rPr>
              <a:t>);</a:t>
            </a:r>
          </a:p>
          <a:p>
            <a:endParaRPr lang="en-PH" dirty="0">
              <a:solidFill>
                <a:schemeClr val="bg1"/>
              </a:solidFill>
            </a:endParaRPr>
          </a:p>
        </p:txBody>
      </p:sp>
      <p:pic>
        <p:nvPicPr>
          <p:cNvPr id="8" name="Picture 7">
            <a:extLst>
              <a:ext uri="{FF2B5EF4-FFF2-40B4-BE49-F238E27FC236}">
                <a16:creationId xmlns:a16="http://schemas.microsoft.com/office/drawing/2014/main" id="{23794D53-A08E-648B-DCA4-125F0918BCFA}"/>
              </a:ext>
            </a:extLst>
          </p:cNvPr>
          <p:cNvPicPr>
            <a:picLocks noChangeAspect="1"/>
          </p:cNvPicPr>
          <p:nvPr/>
        </p:nvPicPr>
        <p:blipFill>
          <a:blip r:embed="rId2"/>
          <a:stretch>
            <a:fillRect/>
          </a:stretch>
        </p:blipFill>
        <p:spPr>
          <a:xfrm>
            <a:off x="5507910" y="2252132"/>
            <a:ext cx="6219042" cy="2353735"/>
          </a:xfrm>
          <a:prstGeom prst="rect">
            <a:avLst/>
          </a:prstGeom>
        </p:spPr>
      </p:pic>
      <p:sp>
        <p:nvSpPr>
          <p:cNvPr id="13" name="TextBox 12">
            <a:extLst>
              <a:ext uri="{FF2B5EF4-FFF2-40B4-BE49-F238E27FC236}">
                <a16:creationId xmlns:a16="http://schemas.microsoft.com/office/drawing/2014/main" id="{26AB151F-D78F-DA9F-F00E-C758343CCC69}"/>
              </a:ext>
            </a:extLst>
          </p:cNvPr>
          <p:cNvSpPr txBox="1"/>
          <p:nvPr/>
        </p:nvSpPr>
        <p:spPr>
          <a:xfrm>
            <a:off x="5442314" y="1255449"/>
            <a:ext cx="6284638" cy="584775"/>
          </a:xfrm>
          <a:prstGeom prst="rect">
            <a:avLst/>
          </a:prstGeom>
          <a:noFill/>
        </p:spPr>
        <p:txBody>
          <a:bodyPr wrap="square">
            <a:spAutoFit/>
          </a:bodyPr>
          <a:lstStyle/>
          <a:p>
            <a:pPr fontAlgn="t">
              <a:lnSpc>
                <a:spcPct val="100000"/>
              </a:lnSpc>
              <a:buNone/>
            </a:pPr>
            <a:r>
              <a:rPr lang="en-PH" sz="1600" b="0" i="0" dirty="0">
                <a:solidFill>
                  <a:schemeClr val="bg1"/>
                </a:solidFill>
                <a:effectLst/>
                <a:latin typeface="Arial" panose="020B0604020202020204" pitchFamily="34" charset="0"/>
              </a:rPr>
              <a:t>The PROPERTY table stores property information including the property name, location, and contact number.</a:t>
            </a:r>
            <a:endParaRPr lang="en-PH" sz="16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231097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3CACD5-158B-763F-2AFF-F483B89D3D0A}"/>
              </a:ext>
            </a:extLst>
          </p:cNvPr>
          <p:cNvSpPr>
            <a:spLocks noGrp="1"/>
          </p:cNvSpPr>
          <p:nvPr>
            <p:ph type="body" sz="quarter" idx="11"/>
          </p:nvPr>
        </p:nvSpPr>
        <p:spPr>
          <a:xfrm>
            <a:off x="762001" y="351015"/>
            <a:ext cx="4272116" cy="1158237"/>
          </a:xfrm>
        </p:spPr>
        <p:txBody>
          <a:bodyPr/>
          <a:lstStyle/>
          <a:p>
            <a:pPr fontAlgn="t"/>
            <a:r>
              <a:rPr lang="en-PH" sz="2000" b="1" dirty="0">
                <a:latin typeface="Arial" panose="020B0604020202020204" pitchFamily="34" charset="0"/>
                <a:cs typeface="Arial" panose="020B0604020202020204" pitchFamily="34" charset="0"/>
              </a:rPr>
              <a:t>CREATE TABLE Statements</a:t>
            </a:r>
          </a:p>
          <a:p>
            <a:pPr fontAlgn="t"/>
            <a:r>
              <a:rPr lang="en-PH" sz="2000" b="1" dirty="0">
                <a:latin typeface="Arial" panose="020B0604020202020204" pitchFamily="34" charset="0"/>
                <a:cs typeface="Arial" panose="020B0604020202020204" pitchFamily="34" charset="0"/>
              </a:rPr>
              <a:t>EQUIPMENT Table</a:t>
            </a:r>
          </a:p>
          <a:p>
            <a:endParaRPr lang="en-PH" dirty="0"/>
          </a:p>
        </p:txBody>
      </p:sp>
      <p:sp>
        <p:nvSpPr>
          <p:cNvPr id="5" name="TextBox 4">
            <a:extLst>
              <a:ext uri="{FF2B5EF4-FFF2-40B4-BE49-F238E27FC236}">
                <a16:creationId xmlns:a16="http://schemas.microsoft.com/office/drawing/2014/main" id="{B323B76B-F3DA-13DE-E0F3-611B2BDFFF51}"/>
              </a:ext>
            </a:extLst>
          </p:cNvPr>
          <p:cNvSpPr txBox="1"/>
          <p:nvPr/>
        </p:nvSpPr>
        <p:spPr>
          <a:xfrm>
            <a:off x="909483" y="1428671"/>
            <a:ext cx="4842387" cy="4462760"/>
          </a:xfrm>
          <a:prstGeom prst="rect">
            <a:avLst/>
          </a:prstGeom>
          <a:noFill/>
        </p:spPr>
        <p:txBody>
          <a:bodyPr wrap="square" rtlCol="0">
            <a:spAutoFit/>
          </a:bodyPr>
          <a:lstStyle/>
          <a:p>
            <a:r>
              <a:rPr lang="en-PH" sz="1400" dirty="0">
                <a:solidFill>
                  <a:schemeClr val="bg1"/>
                </a:solidFill>
              </a:rPr>
              <a:t>CREATE TABLE EQUIPMENT (</a:t>
            </a:r>
            <a:br>
              <a:rPr lang="en-PH" sz="1400" dirty="0">
                <a:solidFill>
                  <a:schemeClr val="bg1"/>
                </a:solidFill>
              </a:rPr>
            </a:br>
            <a:endParaRPr lang="en-PH" sz="1400" dirty="0">
              <a:solidFill>
                <a:schemeClr val="bg1"/>
              </a:solidFill>
            </a:endParaRPr>
          </a:p>
          <a:p>
            <a:r>
              <a:rPr lang="en-PH" sz="1400" dirty="0">
                <a:solidFill>
                  <a:schemeClr val="bg1"/>
                </a:solidFill>
              </a:rPr>
              <a:t>EQUIPMENT_ID NUMBER PRIMARY KEY,</a:t>
            </a:r>
            <a:br>
              <a:rPr lang="en-PH" sz="1400" dirty="0">
                <a:solidFill>
                  <a:schemeClr val="bg1"/>
                </a:solidFill>
              </a:rPr>
            </a:br>
            <a:endParaRPr lang="en-PH" sz="1400" dirty="0">
              <a:solidFill>
                <a:schemeClr val="bg1"/>
              </a:solidFill>
            </a:endParaRPr>
          </a:p>
          <a:p>
            <a:r>
              <a:rPr lang="en-PH" sz="1400" dirty="0">
                <a:solidFill>
                  <a:schemeClr val="bg1"/>
                </a:solidFill>
              </a:rPr>
              <a:t>PROPERTY_ID NUMBER,</a:t>
            </a:r>
            <a:br>
              <a:rPr lang="en-PH" sz="1400" dirty="0">
                <a:solidFill>
                  <a:schemeClr val="bg1"/>
                </a:solidFill>
              </a:rPr>
            </a:br>
            <a:endParaRPr lang="en-PH" sz="1400" dirty="0">
              <a:solidFill>
                <a:schemeClr val="bg1"/>
              </a:solidFill>
            </a:endParaRPr>
          </a:p>
          <a:p>
            <a:r>
              <a:rPr lang="en-PH" sz="1400" dirty="0">
                <a:solidFill>
                  <a:schemeClr val="bg1"/>
                </a:solidFill>
              </a:rPr>
              <a:t>EQUIPMENT_TYPE VARCHAR2(50),</a:t>
            </a:r>
            <a:br>
              <a:rPr lang="en-PH" sz="1400" dirty="0">
                <a:solidFill>
                  <a:schemeClr val="bg1"/>
                </a:solidFill>
              </a:rPr>
            </a:br>
            <a:endParaRPr lang="en-PH" sz="1400" dirty="0">
              <a:solidFill>
                <a:schemeClr val="bg1"/>
              </a:solidFill>
            </a:endParaRPr>
          </a:p>
          <a:p>
            <a:r>
              <a:rPr lang="en-PH" sz="1400" dirty="0">
                <a:solidFill>
                  <a:schemeClr val="bg1"/>
                </a:solidFill>
              </a:rPr>
              <a:t>SERIAL_NUMBER VARCHAR2(50),</a:t>
            </a:r>
            <a:br>
              <a:rPr lang="en-PH" sz="1400" dirty="0">
                <a:solidFill>
                  <a:schemeClr val="bg1"/>
                </a:solidFill>
              </a:rPr>
            </a:br>
            <a:endParaRPr lang="en-PH" sz="1400" dirty="0">
              <a:solidFill>
                <a:schemeClr val="bg1"/>
              </a:solidFill>
            </a:endParaRPr>
          </a:p>
          <a:p>
            <a:r>
              <a:rPr lang="en-PH" sz="1400" dirty="0">
                <a:solidFill>
                  <a:schemeClr val="bg1"/>
                </a:solidFill>
              </a:rPr>
              <a:t>STATUS VARCHAR2(20),</a:t>
            </a:r>
            <a:br>
              <a:rPr lang="en-PH" sz="1400" dirty="0">
                <a:solidFill>
                  <a:schemeClr val="bg1"/>
                </a:solidFill>
              </a:rPr>
            </a:br>
            <a:endParaRPr lang="en-PH" sz="1400" dirty="0">
              <a:solidFill>
                <a:schemeClr val="bg1"/>
              </a:solidFill>
            </a:endParaRPr>
          </a:p>
          <a:p>
            <a:r>
              <a:rPr lang="en-PH" sz="1400" dirty="0">
                <a:solidFill>
                  <a:schemeClr val="bg1"/>
                </a:solidFill>
              </a:rPr>
              <a:t>CONSTRAINT FK_PROPERTY</a:t>
            </a:r>
            <a:br>
              <a:rPr lang="en-PH" sz="1400" dirty="0">
                <a:solidFill>
                  <a:schemeClr val="bg1"/>
                </a:solidFill>
              </a:rPr>
            </a:br>
            <a:endParaRPr lang="en-PH" sz="1400" dirty="0">
              <a:solidFill>
                <a:schemeClr val="bg1"/>
              </a:solidFill>
            </a:endParaRPr>
          </a:p>
          <a:p>
            <a:r>
              <a:rPr lang="en-PH" sz="1400" dirty="0">
                <a:solidFill>
                  <a:schemeClr val="bg1"/>
                </a:solidFill>
              </a:rPr>
              <a:t>FOREIGN KEY (PROPERTY_ID)</a:t>
            </a:r>
            <a:br>
              <a:rPr lang="en-PH" sz="1400" dirty="0">
                <a:solidFill>
                  <a:schemeClr val="bg1"/>
                </a:solidFill>
              </a:rPr>
            </a:br>
            <a:endParaRPr lang="en-PH" sz="1400" dirty="0">
              <a:solidFill>
                <a:schemeClr val="bg1"/>
              </a:solidFill>
            </a:endParaRPr>
          </a:p>
          <a:p>
            <a:r>
              <a:rPr lang="en-PH" sz="1400" dirty="0">
                <a:solidFill>
                  <a:schemeClr val="bg1"/>
                </a:solidFill>
              </a:rPr>
              <a:t>REFERENCES PROPERTY(PROPERTY_ID)</a:t>
            </a:r>
            <a:br>
              <a:rPr lang="en-PH" sz="1400" dirty="0">
                <a:solidFill>
                  <a:schemeClr val="bg1"/>
                </a:solidFill>
              </a:rPr>
            </a:br>
            <a:endParaRPr lang="en-PH" sz="1400" dirty="0">
              <a:solidFill>
                <a:schemeClr val="bg1"/>
              </a:solidFill>
            </a:endParaRPr>
          </a:p>
          <a:p>
            <a:r>
              <a:rPr lang="en-PH" sz="1400" dirty="0">
                <a:solidFill>
                  <a:schemeClr val="bg1"/>
                </a:solidFill>
              </a:rPr>
              <a:t>);</a:t>
            </a:r>
          </a:p>
          <a:p>
            <a:endParaRPr lang="en-PH" dirty="0">
              <a:solidFill>
                <a:schemeClr val="bg1"/>
              </a:solidFill>
            </a:endParaRPr>
          </a:p>
        </p:txBody>
      </p:sp>
      <p:pic>
        <p:nvPicPr>
          <p:cNvPr id="7" name="Picture 6">
            <a:extLst>
              <a:ext uri="{FF2B5EF4-FFF2-40B4-BE49-F238E27FC236}">
                <a16:creationId xmlns:a16="http://schemas.microsoft.com/office/drawing/2014/main" id="{4268D328-F076-7796-A554-3D169CD2F69B}"/>
              </a:ext>
            </a:extLst>
          </p:cNvPr>
          <p:cNvPicPr>
            <a:picLocks noChangeAspect="1"/>
          </p:cNvPicPr>
          <p:nvPr/>
        </p:nvPicPr>
        <p:blipFill>
          <a:blip r:embed="rId2"/>
          <a:stretch>
            <a:fillRect/>
          </a:stretch>
        </p:blipFill>
        <p:spPr>
          <a:xfrm>
            <a:off x="5604387" y="1597742"/>
            <a:ext cx="6145161" cy="3373814"/>
          </a:xfrm>
          <a:prstGeom prst="rect">
            <a:avLst/>
          </a:prstGeom>
        </p:spPr>
      </p:pic>
      <p:sp>
        <p:nvSpPr>
          <p:cNvPr id="11" name="TextBox 10">
            <a:extLst>
              <a:ext uri="{FF2B5EF4-FFF2-40B4-BE49-F238E27FC236}">
                <a16:creationId xmlns:a16="http://schemas.microsoft.com/office/drawing/2014/main" id="{04015342-6038-2B6F-D5B7-389A8B04B522}"/>
              </a:ext>
            </a:extLst>
          </p:cNvPr>
          <p:cNvSpPr txBox="1"/>
          <p:nvPr/>
        </p:nvSpPr>
        <p:spPr>
          <a:xfrm>
            <a:off x="5604387" y="668035"/>
            <a:ext cx="6096000" cy="584775"/>
          </a:xfrm>
          <a:prstGeom prst="rect">
            <a:avLst/>
          </a:prstGeom>
          <a:noFill/>
        </p:spPr>
        <p:txBody>
          <a:bodyPr wrap="square">
            <a:spAutoFit/>
          </a:bodyPr>
          <a:lstStyle/>
          <a:p>
            <a:pPr fontAlgn="t">
              <a:lnSpc>
                <a:spcPct val="100000"/>
              </a:lnSpc>
              <a:buNone/>
            </a:pPr>
            <a:r>
              <a:rPr lang="en-PH" sz="1600" b="0" i="0" dirty="0">
                <a:solidFill>
                  <a:schemeClr val="bg1"/>
                </a:solidFill>
                <a:effectLst/>
                <a:latin typeface="Arial" panose="020B0604020202020204" pitchFamily="34" charset="0"/>
              </a:rPr>
              <a:t>The EQUIPMENT table stores information about the TV distribution equipment assigned to each property.</a:t>
            </a:r>
            <a:endParaRPr lang="en-PH" sz="16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341357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ble Placeholder 3">
            <a:extLst>
              <a:ext uri="{FF2B5EF4-FFF2-40B4-BE49-F238E27FC236}">
                <a16:creationId xmlns:a16="http://schemas.microsoft.com/office/drawing/2014/main" id="{6D8C8A96-19B1-CC79-17E7-4D408B4A5685}"/>
              </a:ext>
            </a:extLst>
          </p:cNvPr>
          <p:cNvSpPr>
            <a:spLocks noGrp="1"/>
          </p:cNvSpPr>
          <p:nvPr>
            <p:ph type="body" sz="quarter" idx="11"/>
          </p:nvPr>
        </p:nvSpPr>
        <p:spPr>
          <a:xfrm>
            <a:off x="762000" y="292101"/>
            <a:ext cx="4449097" cy="868106"/>
          </a:xfrm>
        </p:spPr>
        <p:txBody>
          <a:bodyPr/>
          <a:lstStyle/>
          <a:p>
            <a:pPr fontAlgn="t"/>
            <a:r>
              <a:rPr lang="en-PH" sz="2000" b="1" dirty="0">
                <a:latin typeface="Arial" panose="020B0604020202020204" pitchFamily="34" charset="0"/>
                <a:cs typeface="Arial" panose="020B0604020202020204" pitchFamily="34" charset="0"/>
              </a:rPr>
              <a:t>CREATE TABLE Statements</a:t>
            </a:r>
          </a:p>
          <a:p>
            <a:pPr fontAlgn="t"/>
            <a:r>
              <a:rPr lang="en-PH" sz="2000" b="1" dirty="0">
                <a:latin typeface="Arial" panose="020B0604020202020204" pitchFamily="34" charset="0"/>
                <a:cs typeface="Arial" panose="020B0604020202020204" pitchFamily="34" charset="0"/>
              </a:rPr>
              <a:t>TICKET Table</a:t>
            </a:r>
          </a:p>
          <a:p>
            <a:endParaRPr lang="en-PH" dirty="0"/>
          </a:p>
        </p:txBody>
      </p:sp>
      <p:sp>
        <p:nvSpPr>
          <p:cNvPr id="7" name="TextBox 6">
            <a:extLst>
              <a:ext uri="{FF2B5EF4-FFF2-40B4-BE49-F238E27FC236}">
                <a16:creationId xmlns:a16="http://schemas.microsoft.com/office/drawing/2014/main" id="{6E7FE20D-F81C-CEDF-EF7F-D22B9D867F5C}"/>
              </a:ext>
            </a:extLst>
          </p:cNvPr>
          <p:cNvSpPr txBox="1"/>
          <p:nvPr/>
        </p:nvSpPr>
        <p:spPr>
          <a:xfrm>
            <a:off x="909484" y="1336119"/>
            <a:ext cx="3832972" cy="4185761"/>
          </a:xfrm>
          <a:prstGeom prst="rect">
            <a:avLst/>
          </a:prstGeom>
          <a:noFill/>
        </p:spPr>
        <p:txBody>
          <a:bodyPr wrap="none" rtlCol="0">
            <a:spAutoFit/>
          </a:bodyPr>
          <a:lstStyle/>
          <a:p>
            <a:r>
              <a:rPr lang="en-PH" sz="1400" dirty="0">
                <a:solidFill>
                  <a:schemeClr val="bg1"/>
                </a:solidFill>
              </a:rPr>
              <a:t>CREATE TABLE TICKET (</a:t>
            </a:r>
            <a:br>
              <a:rPr lang="en-PH" sz="1400" dirty="0">
                <a:solidFill>
                  <a:schemeClr val="bg1"/>
                </a:solidFill>
              </a:rPr>
            </a:br>
            <a:endParaRPr lang="en-PH" sz="1400" dirty="0">
              <a:solidFill>
                <a:schemeClr val="bg1"/>
              </a:solidFill>
            </a:endParaRPr>
          </a:p>
          <a:p>
            <a:r>
              <a:rPr lang="en-PH" sz="1400" dirty="0">
                <a:solidFill>
                  <a:schemeClr val="bg1"/>
                </a:solidFill>
              </a:rPr>
              <a:t>TICKET_ID NUMBER PRIMARY KEY,</a:t>
            </a:r>
            <a:br>
              <a:rPr lang="en-PH" sz="1400" dirty="0">
                <a:solidFill>
                  <a:schemeClr val="bg1"/>
                </a:solidFill>
              </a:rPr>
            </a:br>
            <a:endParaRPr lang="en-PH" sz="1400" dirty="0">
              <a:solidFill>
                <a:schemeClr val="bg1"/>
              </a:solidFill>
            </a:endParaRPr>
          </a:p>
          <a:p>
            <a:r>
              <a:rPr lang="en-PH" sz="1400" dirty="0">
                <a:solidFill>
                  <a:schemeClr val="bg1"/>
                </a:solidFill>
              </a:rPr>
              <a:t>PROPERTY_ID NUMBER,</a:t>
            </a:r>
            <a:br>
              <a:rPr lang="en-PH" sz="1400" dirty="0">
                <a:solidFill>
                  <a:schemeClr val="bg1"/>
                </a:solidFill>
              </a:rPr>
            </a:br>
            <a:endParaRPr lang="en-PH" sz="1400" dirty="0">
              <a:solidFill>
                <a:schemeClr val="bg1"/>
              </a:solidFill>
            </a:endParaRPr>
          </a:p>
          <a:p>
            <a:r>
              <a:rPr lang="en-PH" sz="1400" dirty="0">
                <a:solidFill>
                  <a:schemeClr val="bg1"/>
                </a:solidFill>
              </a:rPr>
              <a:t>ISSUE_DESCRIPTION VARCHAR2(200),</a:t>
            </a:r>
            <a:br>
              <a:rPr lang="en-PH" sz="1400" dirty="0">
                <a:solidFill>
                  <a:schemeClr val="bg1"/>
                </a:solidFill>
              </a:rPr>
            </a:br>
            <a:endParaRPr lang="en-PH" sz="1400" dirty="0">
              <a:solidFill>
                <a:schemeClr val="bg1"/>
              </a:solidFill>
            </a:endParaRPr>
          </a:p>
          <a:p>
            <a:r>
              <a:rPr lang="en-PH" sz="1400" dirty="0">
                <a:solidFill>
                  <a:schemeClr val="bg1"/>
                </a:solidFill>
              </a:rPr>
              <a:t>STATUS VARCHAR2(20),</a:t>
            </a:r>
            <a:br>
              <a:rPr lang="en-PH" sz="1400" dirty="0">
                <a:solidFill>
                  <a:schemeClr val="bg1"/>
                </a:solidFill>
              </a:rPr>
            </a:br>
            <a:endParaRPr lang="en-PH" sz="1400" dirty="0">
              <a:solidFill>
                <a:schemeClr val="bg1"/>
              </a:solidFill>
            </a:endParaRPr>
          </a:p>
          <a:p>
            <a:r>
              <a:rPr lang="en-PH" sz="1400" dirty="0">
                <a:solidFill>
                  <a:schemeClr val="bg1"/>
                </a:solidFill>
              </a:rPr>
              <a:t>DATE_REPORTED DATE,</a:t>
            </a:r>
            <a:br>
              <a:rPr lang="en-PH" sz="1400" dirty="0">
                <a:solidFill>
                  <a:schemeClr val="bg1"/>
                </a:solidFill>
              </a:rPr>
            </a:br>
            <a:endParaRPr lang="en-PH" sz="1400" dirty="0">
              <a:solidFill>
                <a:schemeClr val="bg1"/>
              </a:solidFill>
            </a:endParaRPr>
          </a:p>
          <a:p>
            <a:r>
              <a:rPr lang="en-PH" sz="1400" dirty="0">
                <a:solidFill>
                  <a:schemeClr val="bg1"/>
                </a:solidFill>
              </a:rPr>
              <a:t>CONSTRAINT FK_TICKET_PROPERTY</a:t>
            </a:r>
            <a:br>
              <a:rPr lang="en-PH" sz="1400" dirty="0">
                <a:solidFill>
                  <a:schemeClr val="bg1"/>
                </a:solidFill>
              </a:rPr>
            </a:br>
            <a:endParaRPr lang="en-PH" sz="1400" dirty="0">
              <a:solidFill>
                <a:schemeClr val="bg1"/>
              </a:solidFill>
            </a:endParaRPr>
          </a:p>
          <a:p>
            <a:r>
              <a:rPr lang="en-PH" sz="1400" dirty="0">
                <a:solidFill>
                  <a:schemeClr val="bg1"/>
                </a:solidFill>
              </a:rPr>
              <a:t>FOREIGN KEY (PROPERTY_ID)</a:t>
            </a:r>
            <a:br>
              <a:rPr lang="en-PH" sz="1400" dirty="0">
                <a:solidFill>
                  <a:schemeClr val="bg1"/>
                </a:solidFill>
              </a:rPr>
            </a:br>
            <a:endParaRPr lang="en-PH" sz="1400" dirty="0">
              <a:solidFill>
                <a:schemeClr val="bg1"/>
              </a:solidFill>
            </a:endParaRPr>
          </a:p>
          <a:p>
            <a:r>
              <a:rPr lang="en-PH" sz="1400" dirty="0">
                <a:solidFill>
                  <a:schemeClr val="bg1"/>
                </a:solidFill>
              </a:rPr>
              <a:t>REFERENCES PROPERTY(PROPERTY_ID)</a:t>
            </a:r>
            <a:br>
              <a:rPr lang="en-PH" sz="1400" dirty="0">
                <a:solidFill>
                  <a:schemeClr val="bg1"/>
                </a:solidFill>
              </a:rPr>
            </a:br>
            <a:endParaRPr lang="en-PH" sz="1400" dirty="0">
              <a:solidFill>
                <a:schemeClr val="bg1"/>
              </a:solidFill>
            </a:endParaRPr>
          </a:p>
          <a:p>
            <a:r>
              <a:rPr lang="en-PH" sz="1400" dirty="0">
                <a:solidFill>
                  <a:schemeClr val="bg1"/>
                </a:solidFill>
              </a:rPr>
              <a:t>);</a:t>
            </a:r>
          </a:p>
        </p:txBody>
      </p:sp>
      <p:pic>
        <p:nvPicPr>
          <p:cNvPr id="9" name="Picture 8">
            <a:extLst>
              <a:ext uri="{FF2B5EF4-FFF2-40B4-BE49-F238E27FC236}">
                <a16:creationId xmlns:a16="http://schemas.microsoft.com/office/drawing/2014/main" id="{789CFD06-2076-F419-554B-6722C80AD963}"/>
              </a:ext>
            </a:extLst>
          </p:cNvPr>
          <p:cNvPicPr>
            <a:picLocks noChangeAspect="1"/>
          </p:cNvPicPr>
          <p:nvPr/>
        </p:nvPicPr>
        <p:blipFill>
          <a:blip r:embed="rId2"/>
          <a:stretch>
            <a:fillRect/>
          </a:stretch>
        </p:blipFill>
        <p:spPr>
          <a:xfrm>
            <a:off x="5515843" y="1483602"/>
            <a:ext cx="6182905" cy="3275210"/>
          </a:xfrm>
          <a:prstGeom prst="rect">
            <a:avLst/>
          </a:prstGeom>
        </p:spPr>
      </p:pic>
      <p:sp>
        <p:nvSpPr>
          <p:cNvPr id="12" name="TextBox 11">
            <a:extLst>
              <a:ext uri="{FF2B5EF4-FFF2-40B4-BE49-F238E27FC236}">
                <a16:creationId xmlns:a16="http://schemas.microsoft.com/office/drawing/2014/main" id="{87437CEA-001E-243E-A8CC-180E6E09210F}"/>
              </a:ext>
            </a:extLst>
          </p:cNvPr>
          <p:cNvSpPr txBox="1"/>
          <p:nvPr/>
        </p:nvSpPr>
        <p:spPr>
          <a:xfrm>
            <a:off x="5515843" y="726154"/>
            <a:ext cx="6096000" cy="584775"/>
          </a:xfrm>
          <a:prstGeom prst="rect">
            <a:avLst/>
          </a:prstGeom>
          <a:noFill/>
        </p:spPr>
        <p:txBody>
          <a:bodyPr wrap="square">
            <a:spAutoFit/>
          </a:bodyPr>
          <a:lstStyle/>
          <a:p>
            <a:pPr fontAlgn="t">
              <a:lnSpc>
                <a:spcPct val="100000"/>
              </a:lnSpc>
              <a:buNone/>
            </a:pPr>
            <a:r>
              <a:rPr lang="en-PH" sz="1600" b="0" i="0" dirty="0">
                <a:solidFill>
                  <a:schemeClr val="bg1"/>
                </a:solidFill>
                <a:effectLst/>
                <a:latin typeface="Arial" panose="020B0604020202020204" pitchFamily="34" charset="0"/>
              </a:rPr>
              <a:t>The TICKET table stores technical issues reported by different properties.</a:t>
            </a:r>
            <a:endParaRPr lang="en-PH" sz="16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3827756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ble Placeholder 3">
            <a:extLst>
              <a:ext uri="{FF2B5EF4-FFF2-40B4-BE49-F238E27FC236}">
                <a16:creationId xmlns:a16="http://schemas.microsoft.com/office/drawing/2014/main" id="{5FCE9838-5FD4-A6E3-974B-B2D5A48293C1}"/>
              </a:ext>
            </a:extLst>
          </p:cNvPr>
          <p:cNvSpPr>
            <a:spLocks noGrp="1"/>
          </p:cNvSpPr>
          <p:nvPr>
            <p:ph type="body" sz="quarter" idx="11"/>
          </p:nvPr>
        </p:nvSpPr>
        <p:spPr>
          <a:xfrm>
            <a:off x="762000" y="340545"/>
            <a:ext cx="4311445" cy="937650"/>
          </a:xfrm>
        </p:spPr>
        <p:txBody>
          <a:bodyPr/>
          <a:lstStyle/>
          <a:p>
            <a:pPr fontAlgn="t"/>
            <a:r>
              <a:rPr lang="en-PH" sz="2000" b="1" dirty="0">
                <a:latin typeface="Arial" panose="020B0604020202020204" pitchFamily="34" charset="0"/>
                <a:cs typeface="Arial" panose="020B0604020202020204" pitchFamily="34" charset="0"/>
              </a:rPr>
              <a:t>B. INSERT Statements</a:t>
            </a:r>
          </a:p>
          <a:p>
            <a:pPr fontAlgn="t"/>
            <a:r>
              <a:rPr lang="en-PH" sz="2000" b="1" dirty="0">
                <a:latin typeface="Arial" panose="020B0604020202020204" pitchFamily="34" charset="0"/>
                <a:cs typeface="Arial" panose="020B0604020202020204" pitchFamily="34" charset="0"/>
              </a:rPr>
              <a:t>PROPERTY Table Records</a:t>
            </a:r>
          </a:p>
        </p:txBody>
      </p:sp>
      <p:sp>
        <p:nvSpPr>
          <p:cNvPr id="7" name="TextBox 6">
            <a:extLst>
              <a:ext uri="{FF2B5EF4-FFF2-40B4-BE49-F238E27FC236}">
                <a16:creationId xmlns:a16="http://schemas.microsoft.com/office/drawing/2014/main" id="{A6C5C683-804D-34C1-945A-9456D574963E}"/>
              </a:ext>
            </a:extLst>
          </p:cNvPr>
          <p:cNvSpPr txBox="1"/>
          <p:nvPr/>
        </p:nvSpPr>
        <p:spPr>
          <a:xfrm>
            <a:off x="1047136" y="1336118"/>
            <a:ext cx="4803058" cy="4185761"/>
          </a:xfrm>
          <a:prstGeom prst="rect">
            <a:avLst/>
          </a:prstGeom>
          <a:noFill/>
        </p:spPr>
        <p:txBody>
          <a:bodyPr wrap="square" rtlCol="0">
            <a:spAutoFit/>
          </a:bodyPr>
          <a:lstStyle/>
          <a:p>
            <a:r>
              <a:rPr lang="en-PH" sz="1400" dirty="0">
                <a:solidFill>
                  <a:schemeClr val="bg1"/>
                </a:solidFill>
              </a:rPr>
              <a:t>INSERT INTO PROPERTY VALUES</a:t>
            </a:r>
            <a:br>
              <a:rPr lang="en-PH" sz="1400" dirty="0">
                <a:solidFill>
                  <a:schemeClr val="bg1"/>
                </a:solidFill>
              </a:rPr>
            </a:br>
            <a:endParaRPr lang="en-PH" sz="1400" dirty="0">
              <a:solidFill>
                <a:schemeClr val="bg1"/>
              </a:solidFill>
            </a:endParaRPr>
          </a:p>
          <a:p>
            <a:r>
              <a:rPr lang="en-PH" sz="1400" dirty="0">
                <a:solidFill>
                  <a:schemeClr val="bg1"/>
                </a:solidFill>
              </a:rPr>
              <a:t>(1,'Sunrise Hotel','Manila','09171234567');</a:t>
            </a:r>
            <a:br>
              <a:rPr lang="en-PH" sz="1400" dirty="0">
                <a:solidFill>
                  <a:schemeClr val="bg1"/>
                </a:solidFill>
              </a:rPr>
            </a:br>
            <a:endParaRPr lang="en-PH" sz="1400" dirty="0">
              <a:solidFill>
                <a:schemeClr val="bg1"/>
              </a:solidFill>
            </a:endParaRPr>
          </a:p>
          <a:p>
            <a:r>
              <a:rPr lang="en-PH" sz="1400" dirty="0">
                <a:solidFill>
                  <a:schemeClr val="bg1"/>
                </a:solidFill>
              </a:rPr>
              <a:t>INSERT INTO PROPERTY VALUES</a:t>
            </a:r>
            <a:br>
              <a:rPr lang="en-PH" sz="1400" dirty="0">
                <a:solidFill>
                  <a:schemeClr val="bg1"/>
                </a:solidFill>
              </a:rPr>
            </a:br>
            <a:endParaRPr lang="en-PH" sz="1400" dirty="0">
              <a:solidFill>
                <a:schemeClr val="bg1"/>
              </a:solidFill>
            </a:endParaRPr>
          </a:p>
          <a:p>
            <a:r>
              <a:rPr lang="en-PH" sz="1400" dirty="0">
                <a:solidFill>
                  <a:schemeClr val="bg1"/>
                </a:solidFill>
              </a:rPr>
              <a:t>(2,'Ocean View Resort','Cebu','09182345678');</a:t>
            </a:r>
            <a:br>
              <a:rPr lang="en-PH" sz="1400" dirty="0">
                <a:solidFill>
                  <a:schemeClr val="bg1"/>
                </a:solidFill>
              </a:rPr>
            </a:br>
            <a:endParaRPr lang="en-PH" sz="1400" dirty="0">
              <a:solidFill>
                <a:schemeClr val="bg1"/>
              </a:solidFill>
            </a:endParaRPr>
          </a:p>
          <a:p>
            <a:r>
              <a:rPr lang="en-PH" sz="1400" dirty="0">
                <a:solidFill>
                  <a:schemeClr val="bg1"/>
                </a:solidFill>
              </a:rPr>
              <a:t>INSERT INTO PROPERTY VALUES</a:t>
            </a:r>
            <a:br>
              <a:rPr lang="en-PH" sz="1400" dirty="0">
                <a:solidFill>
                  <a:schemeClr val="bg1"/>
                </a:solidFill>
              </a:rPr>
            </a:br>
            <a:endParaRPr lang="en-PH" sz="1400" dirty="0">
              <a:solidFill>
                <a:schemeClr val="bg1"/>
              </a:solidFill>
            </a:endParaRPr>
          </a:p>
          <a:p>
            <a:r>
              <a:rPr lang="en-PH" sz="1400" dirty="0">
                <a:solidFill>
                  <a:schemeClr val="bg1"/>
                </a:solidFill>
              </a:rPr>
              <a:t>(3,'Grand Suites','Davao','09193456789');</a:t>
            </a:r>
            <a:br>
              <a:rPr lang="en-PH" sz="1400" dirty="0">
                <a:solidFill>
                  <a:schemeClr val="bg1"/>
                </a:solidFill>
              </a:rPr>
            </a:br>
            <a:endParaRPr lang="en-PH" sz="1400" dirty="0">
              <a:solidFill>
                <a:schemeClr val="bg1"/>
              </a:solidFill>
            </a:endParaRPr>
          </a:p>
          <a:p>
            <a:r>
              <a:rPr lang="en-PH" sz="1400" dirty="0">
                <a:solidFill>
                  <a:schemeClr val="bg1"/>
                </a:solidFill>
              </a:rPr>
              <a:t>INSERT INTO PROPERTY VALUES</a:t>
            </a:r>
            <a:br>
              <a:rPr lang="en-PH" sz="1400" dirty="0">
                <a:solidFill>
                  <a:schemeClr val="bg1"/>
                </a:solidFill>
              </a:rPr>
            </a:br>
            <a:endParaRPr lang="en-PH" sz="1400" dirty="0">
              <a:solidFill>
                <a:schemeClr val="bg1"/>
              </a:solidFill>
            </a:endParaRPr>
          </a:p>
          <a:p>
            <a:r>
              <a:rPr lang="en-PH" sz="1400" dirty="0">
                <a:solidFill>
                  <a:schemeClr val="bg1"/>
                </a:solidFill>
              </a:rPr>
              <a:t>(4,'City Inn','Makati','09204567890');</a:t>
            </a:r>
            <a:br>
              <a:rPr lang="en-PH" sz="1400" dirty="0">
                <a:solidFill>
                  <a:schemeClr val="bg1"/>
                </a:solidFill>
              </a:rPr>
            </a:br>
            <a:endParaRPr lang="en-PH" sz="1400" dirty="0">
              <a:solidFill>
                <a:schemeClr val="bg1"/>
              </a:solidFill>
            </a:endParaRPr>
          </a:p>
          <a:p>
            <a:r>
              <a:rPr lang="en-PH" sz="1400" dirty="0">
                <a:solidFill>
                  <a:schemeClr val="bg1"/>
                </a:solidFill>
              </a:rPr>
              <a:t>INSERT INTO PROPERTY VALUES</a:t>
            </a:r>
            <a:br>
              <a:rPr lang="en-PH" sz="1400" dirty="0">
                <a:solidFill>
                  <a:schemeClr val="bg1"/>
                </a:solidFill>
              </a:rPr>
            </a:br>
            <a:endParaRPr lang="en-PH" sz="1400" dirty="0">
              <a:solidFill>
                <a:schemeClr val="bg1"/>
              </a:solidFill>
            </a:endParaRPr>
          </a:p>
          <a:p>
            <a:r>
              <a:rPr lang="en-PH" sz="1400" dirty="0">
                <a:solidFill>
                  <a:schemeClr val="bg1"/>
                </a:solidFill>
              </a:rPr>
              <a:t>(5,'Palm Garden Hotel','Baguio','09215678901');</a:t>
            </a:r>
          </a:p>
        </p:txBody>
      </p:sp>
      <p:pic>
        <p:nvPicPr>
          <p:cNvPr id="11" name="Picture 10">
            <a:extLst>
              <a:ext uri="{FF2B5EF4-FFF2-40B4-BE49-F238E27FC236}">
                <a16:creationId xmlns:a16="http://schemas.microsoft.com/office/drawing/2014/main" id="{76F6456E-D626-1630-6A3B-EF6FB32FFB84}"/>
              </a:ext>
            </a:extLst>
          </p:cNvPr>
          <p:cNvPicPr>
            <a:picLocks noChangeAspect="1"/>
          </p:cNvPicPr>
          <p:nvPr/>
        </p:nvPicPr>
        <p:blipFill>
          <a:blip r:embed="rId2"/>
          <a:stretch>
            <a:fillRect/>
          </a:stretch>
        </p:blipFill>
        <p:spPr>
          <a:xfrm>
            <a:off x="6626943" y="1161033"/>
            <a:ext cx="4188541" cy="4535932"/>
          </a:xfrm>
          <a:prstGeom prst="rect">
            <a:avLst/>
          </a:prstGeom>
        </p:spPr>
      </p:pic>
      <p:sp>
        <p:nvSpPr>
          <p:cNvPr id="13" name="TextBox 12">
            <a:extLst>
              <a:ext uri="{FF2B5EF4-FFF2-40B4-BE49-F238E27FC236}">
                <a16:creationId xmlns:a16="http://schemas.microsoft.com/office/drawing/2014/main" id="{B79B6470-1711-61A5-CA36-75987277F574}"/>
              </a:ext>
            </a:extLst>
          </p:cNvPr>
          <p:cNvSpPr txBox="1"/>
          <p:nvPr/>
        </p:nvSpPr>
        <p:spPr>
          <a:xfrm>
            <a:off x="5850194" y="422369"/>
            <a:ext cx="6155596" cy="738664"/>
          </a:xfrm>
          <a:prstGeom prst="rect">
            <a:avLst/>
          </a:prstGeom>
          <a:noFill/>
        </p:spPr>
        <p:txBody>
          <a:bodyPr wrap="none" rtlCol="0">
            <a:spAutoFit/>
          </a:bodyPr>
          <a:lstStyle/>
          <a:p>
            <a:r>
              <a:rPr lang="en-PH" sz="1400" dirty="0">
                <a:solidFill>
                  <a:schemeClr val="bg1"/>
                </a:solidFill>
              </a:rPr>
              <a:t>The following SQL statements were used to insert sample property records </a:t>
            </a:r>
          </a:p>
          <a:p>
            <a:r>
              <a:rPr lang="en-PH" sz="1400" dirty="0">
                <a:solidFill>
                  <a:schemeClr val="bg1"/>
                </a:solidFill>
              </a:rPr>
              <a:t>into the PROPERTY table.</a:t>
            </a:r>
          </a:p>
          <a:p>
            <a:endParaRPr lang="en-PH" sz="1400" dirty="0">
              <a:solidFill>
                <a:schemeClr val="bg1"/>
              </a:solidFill>
            </a:endParaRPr>
          </a:p>
        </p:txBody>
      </p:sp>
    </p:spTree>
    <p:extLst>
      <p:ext uri="{BB962C8B-B14F-4D97-AF65-F5344CB8AC3E}">
        <p14:creationId xmlns:p14="http://schemas.microsoft.com/office/powerpoint/2010/main" val="3893034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CD922B5-D75D-C26F-09F7-EB3053F2830D}"/>
              </a:ext>
            </a:extLst>
          </p:cNvPr>
          <p:cNvSpPr>
            <a:spLocks noGrp="1"/>
          </p:cNvSpPr>
          <p:nvPr>
            <p:ph type="body" sz="quarter" idx="11"/>
          </p:nvPr>
        </p:nvSpPr>
        <p:spPr>
          <a:xfrm>
            <a:off x="762000" y="370679"/>
            <a:ext cx="4213123" cy="848522"/>
          </a:xfrm>
        </p:spPr>
        <p:txBody>
          <a:bodyPr/>
          <a:lstStyle/>
          <a:p>
            <a:pPr fontAlgn="t"/>
            <a:r>
              <a:rPr lang="en-PH" sz="2000" b="1" dirty="0">
                <a:latin typeface="Arial" panose="020B0604020202020204" pitchFamily="34" charset="0"/>
                <a:cs typeface="Arial" panose="020B0604020202020204" pitchFamily="34" charset="0"/>
              </a:rPr>
              <a:t>INSERT Statements</a:t>
            </a:r>
          </a:p>
          <a:p>
            <a:pPr fontAlgn="t"/>
            <a:r>
              <a:rPr lang="en-PH" sz="2000" b="1" dirty="0">
                <a:latin typeface="Arial" panose="020B0604020202020204" pitchFamily="34" charset="0"/>
                <a:cs typeface="Arial" panose="020B0604020202020204" pitchFamily="34" charset="0"/>
              </a:rPr>
              <a:t>EQUIPMENT Table Records</a:t>
            </a:r>
          </a:p>
          <a:p>
            <a:endParaRPr lang="en-PH" dirty="0"/>
          </a:p>
        </p:txBody>
      </p:sp>
      <p:sp>
        <p:nvSpPr>
          <p:cNvPr id="5" name="TextBox 4">
            <a:extLst>
              <a:ext uri="{FF2B5EF4-FFF2-40B4-BE49-F238E27FC236}">
                <a16:creationId xmlns:a16="http://schemas.microsoft.com/office/drawing/2014/main" id="{BC6EBC4A-F734-BD6B-4A78-703D65A084C8}"/>
              </a:ext>
            </a:extLst>
          </p:cNvPr>
          <p:cNvSpPr txBox="1"/>
          <p:nvPr/>
        </p:nvSpPr>
        <p:spPr>
          <a:xfrm>
            <a:off x="919316" y="1345951"/>
            <a:ext cx="4281948" cy="4307597"/>
          </a:xfrm>
          <a:prstGeom prst="rect">
            <a:avLst/>
          </a:prstGeom>
          <a:noFill/>
        </p:spPr>
        <p:txBody>
          <a:bodyPr wrap="square" rtlCol="0">
            <a:spAutoFit/>
          </a:bodyPr>
          <a:lstStyle/>
          <a:p>
            <a:r>
              <a:rPr lang="en-PH" sz="1400" dirty="0">
                <a:solidFill>
                  <a:schemeClr val="bg1"/>
                </a:solidFill>
              </a:rPr>
              <a:t>INSERT INTO EQUIPMENT VALUES</a:t>
            </a:r>
            <a:br>
              <a:rPr lang="en-PH" sz="1400" dirty="0">
                <a:solidFill>
                  <a:schemeClr val="bg1"/>
                </a:solidFill>
              </a:rPr>
            </a:br>
            <a:endParaRPr lang="en-PH" sz="1400" dirty="0">
              <a:solidFill>
                <a:schemeClr val="bg1"/>
              </a:solidFill>
            </a:endParaRPr>
          </a:p>
          <a:p>
            <a:r>
              <a:rPr lang="en-PH" sz="1400" dirty="0">
                <a:solidFill>
                  <a:schemeClr val="bg1"/>
                </a:solidFill>
              </a:rPr>
              <a:t>(101,1,'SmartBox','SB1001','Active');</a:t>
            </a:r>
            <a:br>
              <a:rPr lang="en-PH" sz="1400" dirty="0">
                <a:solidFill>
                  <a:schemeClr val="bg1"/>
                </a:solidFill>
              </a:rPr>
            </a:br>
            <a:endParaRPr lang="en-PH" sz="1400" dirty="0">
              <a:solidFill>
                <a:schemeClr val="bg1"/>
              </a:solidFill>
            </a:endParaRPr>
          </a:p>
          <a:p>
            <a:r>
              <a:rPr lang="en-PH" sz="1400" dirty="0">
                <a:solidFill>
                  <a:schemeClr val="bg1"/>
                </a:solidFill>
              </a:rPr>
              <a:t>INSERT INTO EQUIPMENT VALUES</a:t>
            </a:r>
            <a:br>
              <a:rPr lang="en-PH" sz="1400" dirty="0">
                <a:solidFill>
                  <a:schemeClr val="bg1"/>
                </a:solidFill>
              </a:rPr>
            </a:br>
            <a:endParaRPr lang="en-PH" sz="1400" dirty="0">
              <a:solidFill>
                <a:schemeClr val="bg1"/>
              </a:solidFill>
            </a:endParaRPr>
          </a:p>
          <a:p>
            <a:r>
              <a:rPr lang="en-PH" sz="1400" dirty="0">
                <a:solidFill>
                  <a:schemeClr val="bg1"/>
                </a:solidFill>
              </a:rPr>
              <a:t>(102,2,'Satellite Dish','SD1002','Active');</a:t>
            </a:r>
            <a:br>
              <a:rPr lang="en-PH" sz="1400" dirty="0">
                <a:solidFill>
                  <a:schemeClr val="bg1"/>
                </a:solidFill>
              </a:rPr>
            </a:br>
            <a:endParaRPr lang="en-PH" sz="1400" dirty="0">
              <a:solidFill>
                <a:schemeClr val="bg1"/>
              </a:solidFill>
            </a:endParaRPr>
          </a:p>
          <a:p>
            <a:r>
              <a:rPr lang="en-PH" sz="1400" dirty="0">
                <a:solidFill>
                  <a:schemeClr val="bg1"/>
                </a:solidFill>
              </a:rPr>
              <a:t>INSERT INTO EQUIPMENT VALUES</a:t>
            </a:r>
            <a:br>
              <a:rPr lang="en-PH" sz="1400" dirty="0">
                <a:solidFill>
                  <a:schemeClr val="bg1"/>
                </a:solidFill>
              </a:rPr>
            </a:br>
            <a:endParaRPr lang="en-PH" sz="1400" dirty="0">
              <a:solidFill>
                <a:schemeClr val="bg1"/>
              </a:solidFill>
            </a:endParaRPr>
          </a:p>
          <a:p>
            <a:r>
              <a:rPr lang="en-PH" sz="1400" dirty="0">
                <a:solidFill>
                  <a:schemeClr val="bg1"/>
                </a:solidFill>
              </a:rPr>
              <a:t>(103,3,'Splitter','SP1003','Active');</a:t>
            </a:r>
            <a:br>
              <a:rPr lang="en-PH" sz="1400" dirty="0">
                <a:solidFill>
                  <a:schemeClr val="bg1"/>
                </a:solidFill>
              </a:rPr>
            </a:br>
            <a:endParaRPr lang="en-PH" sz="1400" dirty="0">
              <a:solidFill>
                <a:schemeClr val="bg1"/>
              </a:solidFill>
            </a:endParaRPr>
          </a:p>
          <a:p>
            <a:r>
              <a:rPr lang="en-PH" sz="1400" dirty="0">
                <a:solidFill>
                  <a:schemeClr val="bg1"/>
                </a:solidFill>
              </a:rPr>
              <a:t>INSERT INTO EQUIPMENT VALUES</a:t>
            </a:r>
            <a:br>
              <a:rPr lang="en-PH" sz="1400" dirty="0">
                <a:solidFill>
                  <a:schemeClr val="bg1"/>
                </a:solidFill>
              </a:rPr>
            </a:br>
            <a:endParaRPr lang="en-PH" sz="1400" dirty="0">
              <a:solidFill>
                <a:schemeClr val="bg1"/>
              </a:solidFill>
            </a:endParaRPr>
          </a:p>
          <a:p>
            <a:r>
              <a:rPr lang="en-PH" sz="1400" dirty="0">
                <a:solidFill>
                  <a:schemeClr val="bg1"/>
                </a:solidFill>
              </a:rPr>
              <a:t>(104,4,'LNB','LN1004','Inactive');</a:t>
            </a:r>
            <a:br>
              <a:rPr lang="en-PH" sz="1400" dirty="0">
                <a:solidFill>
                  <a:schemeClr val="bg1"/>
                </a:solidFill>
              </a:rPr>
            </a:br>
            <a:endParaRPr lang="en-PH" sz="1400" dirty="0">
              <a:solidFill>
                <a:schemeClr val="bg1"/>
              </a:solidFill>
            </a:endParaRPr>
          </a:p>
          <a:p>
            <a:r>
              <a:rPr lang="en-PH" sz="1400" dirty="0">
                <a:solidFill>
                  <a:schemeClr val="bg1"/>
                </a:solidFill>
              </a:rPr>
              <a:t>INSERT INTO EQUIPMENT VALUES</a:t>
            </a:r>
            <a:br>
              <a:rPr lang="en-PH" sz="1400" dirty="0">
                <a:solidFill>
                  <a:schemeClr val="bg1"/>
                </a:solidFill>
              </a:rPr>
            </a:br>
            <a:endParaRPr lang="en-PH" sz="1400" dirty="0">
              <a:solidFill>
                <a:schemeClr val="bg1"/>
              </a:solidFill>
            </a:endParaRPr>
          </a:p>
          <a:p>
            <a:r>
              <a:rPr lang="en-PH" sz="1400" dirty="0">
                <a:solidFill>
                  <a:schemeClr val="bg1"/>
                </a:solidFill>
              </a:rPr>
              <a:t>(105,5,'SmartBox','SB1005','Active');</a:t>
            </a:r>
          </a:p>
        </p:txBody>
      </p:sp>
      <p:pic>
        <p:nvPicPr>
          <p:cNvPr id="7" name="Picture 6">
            <a:extLst>
              <a:ext uri="{FF2B5EF4-FFF2-40B4-BE49-F238E27FC236}">
                <a16:creationId xmlns:a16="http://schemas.microsoft.com/office/drawing/2014/main" id="{F5524C90-C2B2-0DCA-1A58-BB170E5474EB}"/>
              </a:ext>
            </a:extLst>
          </p:cNvPr>
          <p:cNvPicPr>
            <a:picLocks noChangeAspect="1"/>
          </p:cNvPicPr>
          <p:nvPr/>
        </p:nvPicPr>
        <p:blipFill>
          <a:blip r:embed="rId2"/>
          <a:stretch>
            <a:fillRect/>
          </a:stretch>
        </p:blipFill>
        <p:spPr>
          <a:xfrm>
            <a:off x="6290189" y="1219201"/>
            <a:ext cx="4213123" cy="3270385"/>
          </a:xfrm>
          <a:prstGeom prst="rect">
            <a:avLst/>
          </a:prstGeom>
        </p:spPr>
      </p:pic>
      <p:pic>
        <p:nvPicPr>
          <p:cNvPr id="12" name="Picture 11">
            <a:extLst>
              <a:ext uri="{FF2B5EF4-FFF2-40B4-BE49-F238E27FC236}">
                <a16:creationId xmlns:a16="http://schemas.microsoft.com/office/drawing/2014/main" id="{DAFB3048-461B-1011-CD86-65E8D260133F}"/>
              </a:ext>
            </a:extLst>
          </p:cNvPr>
          <p:cNvPicPr>
            <a:picLocks noChangeAspect="1"/>
          </p:cNvPicPr>
          <p:nvPr/>
        </p:nvPicPr>
        <p:blipFill>
          <a:blip r:embed="rId3"/>
          <a:stretch>
            <a:fillRect/>
          </a:stretch>
        </p:blipFill>
        <p:spPr>
          <a:xfrm>
            <a:off x="6290188" y="4489586"/>
            <a:ext cx="4213123" cy="947653"/>
          </a:xfrm>
          <a:prstGeom prst="rect">
            <a:avLst/>
          </a:prstGeom>
        </p:spPr>
      </p:pic>
      <p:sp>
        <p:nvSpPr>
          <p:cNvPr id="14" name="TextBox 13">
            <a:extLst>
              <a:ext uri="{FF2B5EF4-FFF2-40B4-BE49-F238E27FC236}">
                <a16:creationId xmlns:a16="http://schemas.microsoft.com/office/drawing/2014/main" id="{BCAE1906-E51E-58E7-837E-22816DCF9E63}"/>
              </a:ext>
            </a:extLst>
          </p:cNvPr>
          <p:cNvSpPr txBox="1"/>
          <p:nvPr/>
        </p:nvSpPr>
        <p:spPr>
          <a:xfrm>
            <a:off x="5938792" y="425608"/>
            <a:ext cx="5947205" cy="738664"/>
          </a:xfrm>
          <a:prstGeom prst="rect">
            <a:avLst/>
          </a:prstGeom>
          <a:noFill/>
        </p:spPr>
        <p:txBody>
          <a:bodyPr wrap="none" rtlCol="0">
            <a:spAutoFit/>
          </a:bodyPr>
          <a:lstStyle/>
          <a:p>
            <a:r>
              <a:rPr lang="en-PH" sz="1400" dirty="0">
                <a:solidFill>
                  <a:schemeClr val="bg1"/>
                </a:solidFill>
              </a:rPr>
              <a:t>The following SQL statements were used to insert equipment information</a:t>
            </a:r>
          </a:p>
          <a:p>
            <a:r>
              <a:rPr lang="en-PH" sz="1400" dirty="0">
                <a:solidFill>
                  <a:schemeClr val="bg1"/>
                </a:solidFill>
              </a:rPr>
              <a:t> into the EQUIPMENT table.</a:t>
            </a:r>
          </a:p>
          <a:p>
            <a:endParaRPr lang="en-PH" sz="1400" dirty="0">
              <a:solidFill>
                <a:schemeClr val="bg1"/>
              </a:solidFill>
            </a:endParaRPr>
          </a:p>
        </p:txBody>
      </p:sp>
    </p:spTree>
    <p:extLst>
      <p:ext uri="{BB962C8B-B14F-4D97-AF65-F5344CB8AC3E}">
        <p14:creationId xmlns:p14="http://schemas.microsoft.com/office/powerpoint/2010/main" val="16015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ble Placeholder 3">
            <a:extLst>
              <a:ext uri="{FF2B5EF4-FFF2-40B4-BE49-F238E27FC236}">
                <a16:creationId xmlns:a16="http://schemas.microsoft.com/office/drawing/2014/main" id="{1C2F1DA6-6F0E-346B-8469-141A7028571A}"/>
              </a:ext>
            </a:extLst>
          </p:cNvPr>
          <p:cNvSpPr>
            <a:spLocks noGrp="1"/>
          </p:cNvSpPr>
          <p:nvPr>
            <p:ph type="body" sz="quarter" idx="11"/>
          </p:nvPr>
        </p:nvSpPr>
        <p:spPr>
          <a:xfrm>
            <a:off x="820993" y="207569"/>
            <a:ext cx="3790335" cy="740850"/>
          </a:xfrm>
        </p:spPr>
        <p:txBody>
          <a:bodyPr/>
          <a:lstStyle/>
          <a:p>
            <a:pPr fontAlgn="t"/>
            <a:r>
              <a:rPr lang="en-PH" sz="2000" b="1" dirty="0">
                <a:latin typeface="Arial" panose="020B0604020202020204" pitchFamily="34" charset="0"/>
                <a:cs typeface="Arial" panose="020B0604020202020204" pitchFamily="34" charset="0"/>
              </a:rPr>
              <a:t>INSERT Statements</a:t>
            </a:r>
          </a:p>
          <a:p>
            <a:pPr fontAlgn="t"/>
            <a:r>
              <a:rPr lang="en-PH" sz="2000" b="1" dirty="0">
                <a:latin typeface="Arial" panose="020B0604020202020204" pitchFamily="34" charset="0"/>
                <a:cs typeface="Arial" panose="020B0604020202020204" pitchFamily="34" charset="0"/>
              </a:rPr>
              <a:t>TICKET Table Records</a:t>
            </a:r>
          </a:p>
          <a:p>
            <a:endParaRPr lang="en-PH" dirty="0"/>
          </a:p>
        </p:txBody>
      </p:sp>
      <p:sp>
        <p:nvSpPr>
          <p:cNvPr id="7" name="TextBox 6">
            <a:extLst>
              <a:ext uri="{FF2B5EF4-FFF2-40B4-BE49-F238E27FC236}">
                <a16:creationId xmlns:a16="http://schemas.microsoft.com/office/drawing/2014/main" id="{E54B6124-3D0C-9130-4868-208C9A4C92FD}"/>
              </a:ext>
            </a:extLst>
          </p:cNvPr>
          <p:cNvSpPr txBox="1"/>
          <p:nvPr/>
        </p:nvSpPr>
        <p:spPr>
          <a:xfrm>
            <a:off x="770299" y="1043731"/>
            <a:ext cx="5585953" cy="4770537"/>
          </a:xfrm>
          <a:prstGeom prst="rect">
            <a:avLst/>
          </a:prstGeom>
          <a:noFill/>
        </p:spPr>
        <p:txBody>
          <a:bodyPr wrap="none" rtlCol="0">
            <a:spAutoFit/>
          </a:bodyPr>
          <a:lstStyle/>
          <a:p>
            <a:r>
              <a:rPr lang="en-PH" sz="1600" dirty="0">
                <a:solidFill>
                  <a:schemeClr val="bg1"/>
                </a:solidFill>
              </a:rPr>
              <a:t>INSERT INTO TICKET VALUES</a:t>
            </a:r>
            <a:br>
              <a:rPr lang="en-PH" sz="1600" dirty="0">
                <a:solidFill>
                  <a:schemeClr val="bg1"/>
                </a:solidFill>
              </a:rPr>
            </a:br>
            <a:endParaRPr lang="en-PH" sz="1600" dirty="0">
              <a:solidFill>
                <a:schemeClr val="bg1"/>
              </a:solidFill>
            </a:endParaRPr>
          </a:p>
          <a:p>
            <a:r>
              <a:rPr lang="en-PH" sz="1600" dirty="0">
                <a:solidFill>
                  <a:schemeClr val="bg1"/>
                </a:solidFill>
              </a:rPr>
              <a:t>(1001,1,'CBS Channel </a:t>
            </a:r>
            <a:r>
              <a:rPr lang="en-PH" sz="1600" dirty="0" err="1">
                <a:solidFill>
                  <a:schemeClr val="bg1"/>
                </a:solidFill>
              </a:rPr>
              <a:t>Issue','Open',SYSDATE</a:t>
            </a:r>
            <a:r>
              <a:rPr lang="en-PH" sz="1600" dirty="0">
                <a:solidFill>
                  <a:schemeClr val="bg1"/>
                </a:solidFill>
              </a:rPr>
              <a:t>);</a:t>
            </a:r>
            <a:br>
              <a:rPr lang="en-PH" sz="1600" dirty="0">
                <a:solidFill>
                  <a:schemeClr val="bg1"/>
                </a:solidFill>
              </a:rPr>
            </a:br>
            <a:endParaRPr lang="en-PH" sz="1600" dirty="0">
              <a:solidFill>
                <a:schemeClr val="bg1"/>
              </a:solidFill>
            </a:endParaRPr>
          </a:p>
          <a:p>
            <a:r>
              <a:rPr lang="en-PH" sz="1600" dirty="0">
                <a:solidFill>
                  <a:schemeClr val="bg1"/>
                </a:solidFill>
              </a:rPr>
              <a:t>INSERT INTO TICKET VALUES</a:t>
            </a:r>
            <a:br>
              <a:rPr lang="en-PH" sz="1600" dirty="0">
                <a:solidFill>
                  <a:schemeClr val="bg1"/>
                </a:solidFill>
              </a:rPr>
            </a:br>
            <a:endParaRPr lang="en-PH" sz="1600" dirty="0">
              <a:solidFill>
                <a:schemeClr val="bg1"/>
              </a:solidFill>
            </a:endParaRPr>
          </a:p>
          <a:p>
            <a:r>
              <a:rPr lang="en-PH" sz="1600" dirty="0">
                <a:solidFill>
                  <a:schemeClr val="bg1"/>
                </a:solidFill>
              </a:rPr>
              <a:t>(1002,2,'No TV </a:t>
            </a:r>
            <a:r>
              <a:rPr lang="en-PH" sz="1600" dirty="0" err="1">
                <a:solidFill>
                  <a:schemeClr val="bg1"/>
                </a:solidFill>
              </a:rPr>
              <a:t>Signal','Open',SYSDATE</a:t>
            </a:r>
            <a:r>
              <a:rPr lang="en-PH" sz="1600" dirty="0">
                <a:solidFill>
                  <a:schemeClr val="bg1"/>
                </a:solidFill>
              </a:rPr>
              <a:t>);</a:t>
            </a:r>
            <a:br>
              <a:rPr lang="en-PH" sz="1600" dirty="0">
                <a:solidFill>
                  <a:schemeClr val="bg1"/>
                </a:solidFill>
              </a:rPr>
            </a:br>
            <a:endParaRPr lang="en-PH" sz="1600" dirty="0">
              <a:solidFill>
                <a:schemeClr val="bg1"/>
              </a:solidFill>
            </a:endParaRPr>
          </a:p>
          <a:p>
            <a:r>
              <a:rPr lang="en-PH" sz="1600" dirty="0">
                <a:solidFill>
                  <a:schemeClr val="bg1"/>
                </a:solidFill>
              </a:rPr>
              <a:t>INSERT INTO TICKET VALUES</a:t>
            </a:r>
            <a:br>
              <a:rPr lang="en-PH" sz="1600" dirty="0">
                <a:solidFill>
                  <a:schemeClr val="bg1"/>
                </a:solidFill>
              </a:rPr>
            </a:br>
            <a:endParaRPr lang="en-PH" sz="1600" dirty="0">
              <a:solidFill>
                <a:schemeClr val="bg1"/>
              </a:solidFill>
            </a:endParaRPr>
          </a:p>
          <a:p>
            <a:r>
              <a:rPr lang="en-PH" sz="1600" dirty="0">
                <a:solidFill>
                  <a:schemeClr val="bg1"/>
                </a:solidFill>
              </a:rPr>
              <a:t>(1003,3,'SmartBox </a:t>
            </a:r>
            <a:r>
              <a:rPr lang="en-PH" sz="1600" dirty="0" err="1">
                <a:solidFill>
                  <a:schemeClr val="bg1"/>
                </a:solidFill>
              </a:rPr>
              <a:t>Offline','Closed',SYSDATE</a:t>
            </a:r>
            <a:r>
              <a:rPr lang="en-PH" sz="1600" dirty="0">
                <a:solidFill>
                  <a:schemeClr val="bg1"/>
                </a:solidFill>
              </a:rPr>
              <a:t>);</a:t>
            </a:r>
            <a:br>
              <a:rPr lang="en-PH" sz="1600" dirty="0">
                <a:solidFill>
                  <a:schemeClr val="bg1"/>
                </a:solidFill>
              </a:rPr>
            </a:br>
            <a:endParaRPr lang="en-PH" sz="1600" dirty="0">
              <a:solidFill>
                <a:schemeClr val="bg1"/>
              </a:solidFill>
            </a:endParaRPr>
          </a:p>
          <a:p>
            <a:r>
              <a:rPr lang="en-PH" sz="1600" dirty="0">
                <a:solidFill>
                  <a:schemeClr val="bg1"/>
                </a:solidFill>
              </a:rPr>
              <a:t>INSERT INTO TICKET VALUES</a:t>
            </a:r>
            <a:br>
              <a:rPr lang="en-PH" sz="1600" dirty="0">
                <a:solidFill>
                  <a:schemeClr val="bg1"/>
                </a:solidFill>
              </a:rPr>
            </a:br>
            <a:endParaRPr lang="en-PH" sz="1600" dirty="0">
              <a:solidFill>
                <a:schemeClr val="bg1"/>
              </a:solidFill>
            </a:endParaRPr>
          </a:p>
          <a:p>
            <a:r>
              <a:rPr lang="en-PH" sz="1600" dirty="0">
                <a:solidFill>
                  <a:schemeClr val="bg1"/>
                </a:solidFill>
              </a:rPr>
              <a:t>(1004,4,'Dish Alignment </a:t>
            </a:r>
            <a:r>
              <a:rPr lang="en-PH" sz="1600" dirty="0" err="1">
                <a:solidFill>
                  <a:schemeClr val="bg1"/>
                </a:solidFill>
              </a:rPr>
              <a:t>Issue','Open',SYSDATE</a:t>
            </a:r>
            <a:r>
              <a:rPr lang="en-PH" sz="1600" dirty="0">
                <a:solidFill>
                  <a:schemeClr val="bg1"/>
                </a:solidFill>
              </a:rPr>
              <a:t>);</a:t>
            </a:r>
            <a:br>
              <a:rPr lang="en-PH" sz="1600" dirty="0">
                <a:solidFill>
                  <a:schemeClr val="bg1"/>
                </a:solidFill>
              </a:rPr>
            </a:br>
            <a:endParaRPr lang="en-PH" sz="1600" dirty="0">
              <a:solidFill>
                <a:schemeClr val="bg1"/>
              </a:solidFill>
            </a:endParaRPr>
          </a:p>
          <a:p>
            <a:r>
              <a:rPr lang="en-PH" sz="1600" dirty="0">
                <a:solidFill>
                  <a:schemeClr val="bg1"/>
                </a:solidFill>
              </a:rPr>
              <a:t>INSERT INTO TICKET VALUES</a:t>
            </a:r>
            <a:br>
              <a:rPr lang="en-PH" sz="1600" dirty="0">
                <a:solidFill>
                  <a:schemeClr val="bg1"/>
                </a:solidFill>
              </a:rPr>
            </a:br>
            <a:endParaRPr lang="en-PH" sz="1600" dirty="0">
              <a:solidFill>
                <a:schemeClr val="bg1"/>
              </a:solidFill>
            </a:endParaRPr>
          </a:p>
          <a:p>
            <a:r>
              <a:rPr lang="en-PH" sz="1600" dirty="0">
                <a:solidFill>
                  <a:schemeClr val="bg1"/>
                </a:solidFill>
              </a:rPr>
              <a:t>(1005,5,'Splitter Replacement </a:t>
            </a:r>
            <a:r>
              <a:rPr lang="en-PH" sz="1600" dirty="0" err="1">
                <a:solidFill>
                  <a:schemeClr val="bg1"/>
                </a:solidFill>
              </a:rPr>
              <a:t>Needed','Closed',SYSDATE</a:t>
            </a:r>
            <a:r>
              <a:rPr lang="en-PH" sz="1600" dirty="0">
                <a:solidFill>
                  <a:schemeClr val="bg1"/>
                </a:solidFill>
              </a:rPr>
              <a:t>);</a:t>
            </a:r>
          </a:p>
        </p:txBody>
      </p:sp>
      <p:pic>
        <p:nvPicPr>
          <p:cNvPr id="11" name="Picture 10">
            <a:extLst>
              <a:ext uri="{FF2B5EF4-FFF2-40B4-BE49-F238E27FC236}">
                <a16:creationId xmlns:a16="http://schemas.microsoft.com/office/drawing/2014/main" id="{83F2BD52-07FC-C03E-D28B-2378AD75309B}"/>
              </a:ext>
            </a:extLst>
          </p:cNvPr>
          <p:cNvPicPr>
            <a:picLocks noChangeAspect="1"/>
          </p:cNvPicPr>
          <p:nvPr/>
        </p:nvPicPr>
        <p:blipFill>
          <a:blip r:embed="rId3"/>
          <a:stretch>
            <a:fillRect/>
          </a:stretch>
        </p:blipFill>
        <p:spPr>
          <a:xfrm>
            <a:off x="6356252" y="798857"/>
            <a:ext cx="4906600" cy="3881624"/>
          </a:xfrm>
          <a:prstGeom prst="rect">
            <a:avLst/>
          </a:prstGeom>
        </p:spPr>
      </p:pic>
      <p:pic>
        <p:nvPicPr>
          <p:cNvPr id="13" name="Picture 12">
            <a:extLst>
              <a:ext uri="{FF2B5EF4-FFF2-40B4-BE49-F238E27FC236}">
                <a16:creationId xmlns:a16="http://schemas.microsoft.com/office/drawing/2014/main" id="{8494DD0C-75B5-991C-9F39-7559DCFB6448}"/>
              </a:ext>
            </a:extLst>
          </p:cNvPr>
          <p:cNvPicPr>
            <a:picLocks noChangeAspect="1"/>
          </p:cNvPicPr>
          <p:nvPr/>
        </p:nvPicPr>
        <p:blipFill>
          <a:blip r:embed="rId4"/>
          <a:stretch>
            <a:fillRect/>
          </a:stretch>
        </p:blipFill>
        <p:spPr>
          <a:xfrm>
            <a:off x="6356254" y="4680481"/>
            <a:ext cx="4906598" cy="687932"/>
          </a:xfrm>
          <a:prstGeom prst="rect">
            <a:avLst/>
          </a:prstGeom>
        </p:spPr>
      </p:pic>
      <p:sp>
        <p:nvSpPr>
          <p:cNvPr id="15" name="TextBox 14">
            <a:extLst>
              <a:ext uri="{FF2B5EF4-FFF2-40B4-BE49-F238E27FC236}">
                <a16:creationId xmlns:a16="http://schemas.microsoft.com/office/drawing/2014/main" id="{AB21B802-4E92-B95B-748D-F86767D3B83E}"/>
              </a:ext>
            </a:extLst>
          </p:cNvPr>
          <p:cNvSpPr txBox="1"/>
          <p:nvPr/>
        </p:nvSpPr>
        <p:spPr>
          <a:xfrm>
            <a:off x="6096000" y="257064"/>
            <a:ext cx="6096000"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SQL statements were used to insert ticket records</a:t>
            </a:r>
          </a:p>
          <a:p>
            <a:pPr fontAlgn="t">
              <a:lnSpc>
                <a:spcPct val="100000"/>
              </a:lnSpc>
              <a:buNone/>
            </a:pPr>
            <a:r>
              <a:rPr lang="en-PH" sz="1400" b="0" i="0" dirty="0">
                <a:solidFill>
                  <a:schemeClr val="bg1"/>
                </a:solidFill>
                <a:effectLst/>
                <a:latin typeface="Arial" panose="020B0604020202020204" pitchFamily="34" charset="0"/>
              </a:rPr>
              <a:t> into the TICKET table.</a:t>
            </a:r>
            <a:endParaRPr lang="en-PH" sz="14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2761734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ble Placeholder 3">
            <a:extLst>
              <a:ext uri="{FF2B5EF4-FFF2-40B4-BE49-F238E27FC236}">
                <a16:creationId xmlns:a16="http://schemas.microsoft.com/office/drawing/2014/main" id="{15984FF7-7788-632F-7D05-0181DDCB979B}"/>
              </a:ext>
            </a:extLst>
          </p:cNvPr>
          <p:cNvSpPr>
            <a:spLocks noGrp="1"/>
          </p:cNvSpPr>
          <p:nvPr>
            <p:ph type="body" sz="quarter" idx="11"/>
          </p:nvPr>
        </p:nvSpPr>
        <p:spPr>
          <a:xfrm>
            <a:off x="771832" y="1085264"/>
            <a:ext cx="4655574" cy="505029"/>
          </a:xfrm>
        </p:spPr>
        <p:txBody>
          <a:bodyPr/>
          <a:lstStyle/>
          <a:p>
            <a:pPr fontAlgn="t"/>
            <a:r>
              <a:rPr lang="en-PH" sz="2000" b="1" dirty="0">
                <a:latin typeface="Arial" panose="020B0604020202020204" pitchFamily="34" charset="0"/>
                <a:cs typeface="Arial" panose="020B0604020202020204" pitchFamily="34" charset="0"/>
              </a:rPr>
              <a:t>COMMIT Statement</a:t>
            </a:r>
          </a:p>
        </p:txBody>
      </p:sp>
      <p:pic>
        <p:nvPicPr>
          <p:cNvPr id="8" name="Picture 7">
            <a:extLst>
              <a:ext uri="{FF2B5EF4-FFF2-40B4-BE49-F238E27FC236}">
                <a16:creationId xmlns:a16="http://schemas.microsoft.com/office/drawing/2014/main" id="{6F053D00-E450-1D2F-820A-B77FB8728343}"/>
              </a:ext>
            </a:extLst>
          </p:cNvPr>
          <p:cNvPicPr>
            <a:picLocks noChangeAspect="1"/>
          </p:cNvPicPr>
          <p:nvPr/>
        </p:nvPicPr>
        <p:blipFill>
          <a:blip r:embed="rId2"/>
          <a:stretch>
            <a:fillRect/>
          </a:stretch>
        </p:blipFill>
        <p:spPr>
          <a:xfrm>
            <a:off x="5722374" y="2115712"/>
            <a:ext cx="3934338" cy="1269873"/>
          </a:xfrm>
          <a:prstGeom prst="rect">
            <a:avLst/>
          </a:prstGeom>
        </p:spPr>
      </p:pic>
      <p:sp>
        <p:nvSpPr>
          <p:cNvPr id="11" name="TextBox 10">
            <a:extLst>
              <a:ext uri="{FF2B5EF4-FFF2-40B4-BE49-F238E27FC236}">
                <a16:creationId xmlns:a16="http://schemas.microsoft.com/office/drawing/2014/main" id="{F409E02A-75B2-FEB9-F201-50DD0ED43CAE}"/>
              </a:ext>
            </a:extLst>
          </p:cNvPr>
          <p:cNvSpPr txBox="1"/>
          <p:nvPr/>
        </p:nvSpPr>
        <p:spPr>
          <a:xfrm>
            <a:off x="1002889" y="1985805"/>
            <a:ext cx="6096000" cy="369332"/>
          </a:xfrm>
          <a:prstGeom prst="rect">
            <a:avLst/>
          </a:prstGeom>
          <a:noFill/>
        </p:spPr>
        <p:txBody>
          <a:bodyPr wrap="square">
            <a:spAutoFit/>
          </a:bodyPr>
          <a:lstStyle/>
          <a:p>
            <a:pPr>
              <a:buNone/>
            </a:pPr>
            <a:r>
              <a:rPr lang="en-PH" sz="1600" dirty="0">
                <a:solidFill>
                  <a:schemeClr val="bg1"/>
                </a:solidFill>
              </a:rPr>
              <a:t>COMMIT</a:t>
            </a:r>
            <a:r>
              <a:rPr lang="en-PH" dirty="0">
                <a:solidFill>
                  <a:schemeClr val="bg1"/>
                </a:solidFill>
              </a:rPr>
              <a:t>;</a:t>
            </a:r>
          </a:p>
        </p:txBody>
      </p:sp>
      <p:sp>
        <p:nvSpPr>
          <p:cNvPr id="15" name="TextBox 14">
            <a:extLst>
              <a:ext uri="{FF2B5EF4-FFF2-40B4-BE49-F238E27FC236}">
                <a16:creationId xmlns:a16="http://schemas.microsoft.com/office/drawing/2014/main" id="{DCEB302B-3911-A57A-E0C7-43D748C825E6}"/>
              </a:ext>
            </a:extLst>
          </p:cNvPr>
          <p:cNvSpPr txBox="1"/>
          <p:nvPr/>
        </p:nvSpPr>
        <p:spPr>
          <a:xfrm>
            <a:off x="5324168" y="1245317"/>
            <a:ext cx="6096000" cy="584775"/>
          </a:xfrm>
          <a:prstGeom prst="rect">
            <a:avLst/>
          </a:prstGeom>
          <a:noFill/>
        </p:spPr>
        <p:txBody>
          <a:bodyPr wrap="square">
            <a:spAutoFit/>
          </a:bodyPr>
          <a:lstStyle/>
          <a:p>
            <a:pPr fontAlgn="t">
              <a:lnSpc>
                <a:spcPct val="100000"/>
              </a:lnSpc>
              <a:buNone/>
            </a:pPr>
            <a:r>
              <a:rPr lang="en-PH" sz="1600" b="0" i="0" dirty="0">
                <a:solidFill>
                  <a:schemeClr val="bg1"/>
                </a:solidFill>
                <a:effectLst/>
                <a:latin typeface="Arial" panose="020B0604020202020204" pitchFamily="34" charset="0"/>
              </a:rPr>
              <a:t>The COMMIT statement was executed to permanently save all inserted records into the database.</a:t>
            </a:r>
            <a:endParaRPr lang="en-PH" sz="16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2572908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65314B9-A289-08AA-DEE9-6D70668F3FAA}"/>
              </a:ext>
            </a:extLst>
          </p:cNvPr>
          <p:cNvSpPr>
            <a:spLocks noGrp="1"/>
          </p:cNvSpPr>
          <p:nvPr>
            <p:ph type="body" sz="quarter" idx="11"/>
          </p:nvPr>
        </p:nvSpPr>
        <p:spPr>
          <a:xfrm>
            <a:off x="332972" y="274094"/>
            <a:ext cx="3495368" cy="795243"/>
          </a:xfrm>
        </p:spPr>
        <p:txBody>
          <a:bodyPr/>
          <a:lstStyle/>
          <a:p>
            <a:pPr fontAlgn="t"/>
            <a:r>
              <a:rPr lang="en-PH" b="1" dirty="0">
                <a:latin typeface="Arial" panose="020B0604020202020204" pitchFamily="34" charset="0"/>
                <a:cs typeface="Arial" panose="020B0604020202020204" pitchFamily="34" charset="0"/>
              </a:rPr>
              <a:t>C. SELECT Statements</a:t>
            </a:r>
          </a:p>
          <a:p>
            <a:pPr fontAlgn="t"/>
            <a:r>
              <a:rPr lang="en-PH" b="1" dirty="0"/>
              <a:t>Simple Select Statement</a:t>
            </a:r>
          </a:p>
          <a:p>
            <a:endParaRPr lang="en-PH" dirty="0"/>
          </a:p>
        </p:txBody>
      </p:sp>
      <p:sp>
        <p:nvSpPr>
          <p:cNvPr id="7" name="TextBox 6">
            <a:extLst>
              <a:ext uri="{FF2B5EF4-FFF2-40B4-BE49-F238E27FC236}">
                <a16:creationId xmlns:a16="http://schemas.microsoft.com/office/drawing/2014/main" id="{244F5E1C-FF5B-241E-DDBF-B9D82A444CDC}"/>
              </a:ext>
            </a:extLst>
          </p:cNvPr>
          <p:cNvSpPr txBox="1"/>
          <p:nvPr/>
        </p:nvSpPr>
        <p:spPr>
          <a:xfrm>
            <a:off x="1262444" y="1169336"/>
            <a:ext cx="3171904" cy="615553"/>
          </a:xfrm>
          <a:prstGeom prst="rect">
            <a:avLst/>
          </a:prstGeom>
          <a:noFill/>
        </p:spPr>
        <p:txBody>
          <a:bodyPr wrap="square" rtlCol="0">
            <a:spAutoFit/>
          </a:bodyPr>
          <a:lstStyle/>
          <a:p>
            <a:r>
              <a:rPr lang="en-PH" sz="1600" dirty="0">
                <a:solidFill>
                  <a:schemeClr val="bg1"/>
                </a:solidFill>
              </a:rPr>
              <a:t>SELECT * FROM PROPERTY;</a:t>
            </a:r>
          </a:p>
          <a:p>
            <a:endParaRPr lang="en-PH" dirty="0">
              <a:solidFill>
                <a:schemeClr val="bg1"/>
              </a:solidFill>
            </a:endParaRPr>
          </a:p>
        </p:txBody>
      </p:sp>
      <p:pic>
        <p:nvPicPr>
          <p:cNvPr id="17" name="Picture 16">
            <a:extLst>
              <a:ext uri="{FF2B5EF4-FFF2-40B4-BE49-F238E27FC236}">
                <a16:creationId xmlns:a16="http://schemas.microsoft.com/office/drawing/2014/main" id="{B301E72E-E43C-8553-82A0-D8C0F2300538}"/>
              </a:ext>
            </a:extLst>
          </p:cNvPr>
          <p:cNvPicPr>
            <a:picLocks noChangeAspect="1"/>
          </p:cNvPicPr>
          <p:nvPr/>
        </p:nvPicPr>
        <p:blipFill>
          <a:blip r:embed="rId2"/>
          <a:stretch>
            <a:fillRect/>
          </a:stretch>
        </p:blipFill>
        <p:spPr>
          <a:xfrm>
            <a:off x="714796" y="2068852"/>
            <a:ext cx="5079362" cy="3806990"/>
          </a:xfrm>
          <a:prstGeom prst="rect">
            <a:avLst/>
          </a:prstGeom>
        </p:spPr>
      </p:pic>
      <p:pic>
        <p:nvPicPr>
          <p:cNvPr id="19" name="Picture 18">
            <a:extLst>
              <a:ext uri="{FF2B5EF4-FFF2-40B4-BE49-F238E27FC236}">
                <a16:creationId xmlns:a16="http://schemas.microsoft.com/office/drawing/2014/main" id="{FD43BD33-A7A9-FD7D-9A44-C9A4A40653F6}"/>
              </a:ext>
            </a:extLst>
          </p:cNvPr>
          <p:cNvPicPr>
            <a:picLocks noChangeAspect="1"/>
          </p:cNvPicPr>
          <p:nvPr/>
        </p:nvPicPr>
        <p:blipFill>
          <a:blip r:embed="rId3"/>
          <a:stretch>
            <a:fillRect/>
          </a:stretch>
        </p:blipFill>
        <p:spPr>
          <a:xfrm>
            <a:off x="5973099" y="274094"/>
            <a:ext cx="5928852" cy="5601748"/>
          </a:xfrm>
          <a:prstGeom prst="rect">
            <a:avLst/>
          </a:prstGeom>
        </p:spPr>
      </p:pic>
      <p:sp>
        <p:nvSpPr>
          <p:cNvPr id="23" name="TextBox 22">
            <a:extLst>
              <a:ext uri="{FF2B5EF4-FFF2-40B4-BE49-F238E27FC236}">
                <a16:creationId xmlns:a16="http://schemas.microsoft.com/office/drawing/2014/main" id="{B8E154D8-3410-9FBE-840D-E573C9971396}"/>
              </a:ext>
            </a:extLst>
          </p:cNvPr>
          <p:cNvSpPr txBox="1"/>
          <p:nvPr/>
        </p:nvSpPr>
        <p:spPr>
          <a:xfrm>
            <a:off x="332972" y="1709821"/>
            <a:ext cx="5541805" cy="307777"/>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displays all records from the PROPERTY table.</a:t>
            </a:r>
            <a:endParaRPr lang="en-PH" sz="14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637010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able Placeholder 3">
            <a:extLst>
              <a:ext uri="{FF2B5EF4-FFF2-40B4-BE49-F238E27FC236}">
                <a16:creationId xmlns:a16="http://schemas.microsoft.com/office/drawing/2014/main" id="{F75C749B-3FF9-BA01-3EE3-E1F745D34E35}"/>
              </a:ext>
            </a:extLst>
          </p:cNvPr>
          <p:cNvSpPr>
            <a:spLocks noGrp="1"/>
          </p:cNvSpPr>
          <p:nvPr>
            <p:ph type="body" sz="quarter" idx="11"/>
          </p:nvPr>
        </p:nvSpPr>
        <p:spPr>
          <a:xfrm>
            <a:off x="506361" y="491004"/>
            <a:ext cx="4163962" cy="947481"/>
          </a:xfrm>
        </p:spPr>
        <p:txBody>
          <a:bodyPr/>
          <a:lstStyle/>
          <a:p>
            <a:pPr fontAlgn="t"/>
            <a:r>
              <a:rPr lang="en-PH" b="1" dirty="0">
                <a:latin typeface="Arial" panose="020B0604020202020204" pitchFamily="34" charset="0"/>
                <a:cs typeface="Arial" panose="020B0604020202020204" pitchFamily="34" charset="0"/>
              </a:rPr>
              <a:t>SELECT Statements</a:t>
            </a:r>
          </a:p>
          <a:p>
            <a:pPr fontAlgn="t"/>
            <a:r>
              <a:rPr lang="en-PH" b="1" dirty="0">
                <a:latin typeface="Arial" panose="020B0604020202020204" pitchFamily="34" charset="0"/>
                <a:cs typeface="Arial" panose="020B0604020202020204" pitchFamily="34" charset="0"/>
              </a:rPr>
              <a:t>WHERE Condition</a:t>
            </a:r>
          </a:p>
          <a:p>
            <a:endParaRPr lang="en-PH" dirty="0"/>
          </a:p>
        </p:txBody>
      </p:sp>
      <p:sp>
        <p:nvSpPr>
          <p:cNvPr id="11" name="TextBox 10">
            <a:extLst>
              <a:ext uri="{FF2B5EF4-FFF2-40B4-BE49-F238E27FC236}">
                <a16:creationId xmlns:a16="http://schemas.microsoft.com/office/drawing/2014/main" id="{0E8EFDD3-96CA-7518-DCCC-1130706BD536}"/>
              </a:ext>
            </a:extLst>
          </p:cNvPr>
          <p:cNvSpPr txBox="1"/>
          <p:nvPr/>
        </p:nvSpPr>
        <p:spPr>
          <a:xfrm>
            <a:off x="506361" y="3291455"/>
            <a:ext cx="4163962"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displays all tickets with </a:t>
            </a:r>
          </a:p>
          <a:p>
            <a:pPr fontAlgn="t">
              <a:lnSpc>
                <a:spcPct val="100000"/>
              </a:lnSpc>
              <a:buNone/>
            </a:pPr>
            <a:r>
              <a:rPr lang="en-PH" sz="1400" b="0" i="0" dirty="0">
                <a:solidFill>
                  <a:schemeClr val="bg1"/>
                </a:solidFill>
                <a:effectLst/>
                <a:latin typeface="Arial" panose="020B0604020202020204" pitchFamily="34" charset="0"/>
              </a:rPr>
              <a:t>an Open status.</a:t>
            </a:r>
            <a:endParaRPr lang="en-PH" sz="1400" b="0" i="0" dirty="0">
              <a:solidFill>
                <a:schemeClr val="bg1"/>
              </a:solidFill>
              <a:effectLst/>
              <a:latin typeface="Segoe UI" panose="020B0502040204020203" pitchFamily="34" charset="0"/>
            </a:endParaRPr>
          </a:p>
        </p:txBody>
      </p:sp>
      <p:sp>
        <p:nvSpPr>
          <p:cNvPr id="13" name="TextBox 12">
            <a:extLst>
              <a:ext uri="{FF2B5EF4-FFF2-40B4-BE49-F238E27FC236}">
                <a16:creationId xmlns:a16="http://schemas.microsoft.com/office/drawing/2014/main" id="{3B28E7BC-D34C-42DC-4319-39771F0BE9E1}"/>
              </a:ext>
            </a:extLst>
          </p:cNvPr>
          <p:cNvSpPr txBox="1"/>
          <p:nvPr/>
        </p:nvSpPr>
        <p:spPr>
          <a:xfrm>
            <a:off x="877530" y="1645597"/>
            <a:ext cx="3421624" cy="1323439"/>
          </a:xfrm>
          <a:prstGeom prst="rect">
            <a:avLst/>
          </a:prstGeom>
          <a:noFill/>
        </p:spPr>
        <p:txBody>
          <a:bodyPr wrap="square">
            <a:spAutoFit/>
          </a:bodyPr>
          <a:lstStyle/>
          <a:p>
            <a:r>
              <a:rPr lang="en-PH" sz="1600" dirty="0">
                <a:solidFill>
                  <a:schemeClr val="bg1"/>
                </a:solidFill>
              </a:rPr>
              <a:t>SELECT *</a:t>
            </a:r>
          </a:p>
          <a:p>
            <a:endParaRPr lang="en-PH" sz="1600" dirty="0">
              <a:solidFill>
                <a:schemeClr val="bg1"/>
              </a:solidFill>
            </a:endParaRPr>
          </a:p>
          <a:p>
            <a:r>
              <a:rPr lang="en-PH" sz="1600" dirty="0">
                <a:solidFill>
                  <a:schemeClr val="bg1"/>
                </a:solidFill>
              </a:rPr>
              <a:t>FROM TICKET</a:t>
            </a:r>
          </a:p>
          <a:p>
            <a:endParaRPr lang="en-PH" sz="1600" dirty="0">
              <a:solidFill>
                <a:schemeClr val="bg1"/>
              </a:solidFill>
            </a:endParaRPr>
          </a:p>
          <a:p>
            <a:r>
              <a:rPr lang="en-PH" sz="1600" dirty="0">
                <a:solidFill>
                  <a:schemeClr val="bg1"/>
                </a:solidFill>
              </a:rPr>
              <a:t>WHERE STATUS = 'Open';</a:t>
            </a:r>
          </a:p>
        </p:txBody>
      </p:sp>
      <p:pic>
        <p:nvPicPr>
          <p:cNvPr id="15" name="Picture 14">
            <a:extLst>
              <a:ext uri="{FF2B5EF4-FFF2-40B4-BE49-F238E27FC236}">
                <a16:creationId xmlns:a16="http://schemas.microsoft.com/office/drawing/2014/main" id="{5C71AAEF-4B35-5482-8BC5-E64D8458828A}"/>
              </a:ext>
            </a:extLst>
          </p:cNvPr>
          <p:cNvPicPr>
            <a:picLocks noChangeAspect="1"/>
          </p:cNvPicPr>
          <p:nvPr/>
        </p:nvPicPr>
        <p:blipFill>
          <a:blip r:embed="rId2"/>
          <a:stretch>
            <a:fillRect/>
          </a:stretch>
        </p:blipFill>
        <p:spPr>
          <a:xfrm>
            <a:off x="5009537" y="747252"/>
            <a:ext cx="6578483" cy="4562166"/>
          </a:xfrm>
          <a:prstGeom prst="rect">
            <a:avLst/>
          </a:prstGeom>
        </p:spPr>
      </p:pic>
    </p:spTree>
    <p:extLst>
      <p:ext uri="{BB962C8B-B14F-4D97-AF65-F5344CB8AC3E}">
        <p14:creationId xmlns:p14="http://schemas.microsoft.com/office/powerpoint/2010/main" val="1589090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45688EA-8F28-744A-FE1C-7467B810DC7F}"/>
              </a:ext>
            </a:extLst>
          </p:cNvPr>
          <p:cNvSpPr>
            <a:spLocks noGrp="1"/>
          </p:cNvSpPr>
          <p:nvPr>
            <p:ph type="body" sz="quarter" idx="11"/>
          </p:nvPr>
        </p:nvSpPr>
        <p:spPr>
          <a:xfrm>
            <a:off x="427703" y="350375"/>
            <a:ext cx="3996813" cy="829495"/>
          </a:xfrm>
        </p:spPr>
        <p:txBody>
          <a:bodyPr/>
          <a:lstStyle/>
          <a:p>
            <a:pPr fontAlgn="t"/>
            <a:r>
              <a:rPr lang="en-PH" b="1" dirty="0">
                <a:latin typeface="Arial" panose="020B0604020202020204" pitchFamily="34" charset="0"/>
                <a:cs typeface="Arial" panose="020B0604020202020204" pitchFamily="34" charset="0"/>
              </a:rPr>
              <a:t>SELECT Statements</a:t>
            </a:r>
          </a:p>
          <a:p>
            <a:pPr fontAlgn="t"/>
            <a:r>
              <a:rPr lang="en-PH" b="1" dirty="0">
                <a:latin typeface="Arial" panose="020B0604020202020204" pitchFamily="34" charset="0"/>
                <a:cs typeface="Arial" panose="020B0604020202020204" pitchFamily="34" charset="0"/>
              </a:rPr>
              <a:t>Logical Condition</a:t>
            </a:r>
          </a:p>
        </p:txBody>
      </p:sp>
      <p:sp>
        <p:nvSpPr>
          <p:cNvPr id="8" name="TextBox 7">
            <a:extLst>
              <a:ext uri="{FF2B5EF4-FFF2-40B4-BE49-F238E27FC236}">
                <a16:creationId xmlns:a16="http://schemas.microsoft.com/office/drawing/2014/main" id="{870EE039-6A62-31D3-36A4-518BEF4FC5CA}"/>
              </a:ext>
            </a:extLst>
          </p:cNvPr>
          <p:cNvSpPr txBox="1"/>
          <p:nvPr/>
        </p:nvSpPr>
        <p:spPr>
          <a:xfrm>
            <a:off x="806245" y="1334246"/>
            <a:ext cx="4601497" cy="1815882"/>
          </a:xfrm>
          <a:prstGeom prst="rect">
            <a:avLst/>
          </a:prstGeom>
          <a:noFill/>
        </p:spPr>
        <p:txBody>
          <a:bodyPr wrap="square">
            <a:spAutoFit/>
          </a:bodyPr>
          <a:lstStyle/>
          <a:p>
            <a:pPr>
              <a:buNone/>
            </a:pPr>
            <a:r>
              <a:rPr lang="en-PH" sz="1600" dirty="0">
                <a:solidFill>
                  <a:schemeClr val="bg1"/>
                </a:solidFill>
              </a:rPr>
              <a:t>SELECT *</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EQUIPMENT</a:t>
            </a:r>
            <a:br>
              <a:rPr lang="en-PH" sz="1600" dirty="0">
                <a:solidFill>
                  <a:schemeClr val="bg1"/>
                </a:solidFill>
              </a:rPr>
            </a:br>
            <a:endParaRPr lang="en-PH" sz="1600" dirty="0">
              <a:solidFill>
                <a:schemeClr val="bg1"/>
              </a:solidFill>
            </a:endParaRPr>
          </a:p>
          <a:p>
            <a:pPr>
              <a:buNone/>
            </a:pPr>
            <a:r>
              <a:rPr lang="en-PH" sz="1600" dirty="0">
                <a:solidFill>
                  <a:schemeClr val="bg1"/>
                </a:solidFill>
              </a:rPr>
              <a:t>WHERE STATUS = 'Active'</a:t>
            </a:r>
            <a:br>
              <a:rPr lang="en-PH" sz="1600" dirty="0">
                <a:solidFill>
                  <a:schemeClr val="bg1"/>
                </a:solidFill>
              </a:rPr>
            </a:br>
            <a:endParaRPr lang="en-PH" sz="1600" dirty="0">
              <a:solidFill>
                <a:schemeClr val="bg1"/>
              </a:solidFill>
            </a:endParaRPr>
          </a:p>
          <a:p>
            <a:pPr>
              <a:buNone/>
            </a:pPr>
            <a:r>
              <a:rPr lang="en-PH" sz="1600" dirty="0">
                <a:solidFill>
                  <a:schemeClr val="bg1"/>
                </a:solidFill>
              </a:rPr>
              <a:t>AND EQUIPMENT_TYPE = '</a:t>
            </a:r>
            <a:r>
              <a:rPr lang="en-PH" sz="1600" dirty="0" err="1">
                <a:solidFill>
                  <a:schemeClr val="bg1"/>
                </a:solidFill>
              </a:rPr>
              <a:t>SmartBox</a:t>
            </a:r>
            <a:r>
              <a:rPr lang="en-PH" sz="1600" dirty="0">
                <a:solidFill>
                  <a:schemeClr val="bg1"/>
                </a:solidFill>
              </a:rPr>
              <a:t>';</a:t>
            </a:r>
            <a:endParaRPr lang="en-PH" dirty="0">
              <a:solidFill>
                <a:schemeClr val="bg1"/>
              </a:solidFill>
            </a:endParaRPr>
          </a:p>
        </p:txBody>
      </p:sp>
      <p:sp>
        <p:nvSpPr>
          <p:cNvPr id="10" name="TextBox 9">
            <a:extLst>
              <a:ext uri="{FF2B5EF4-FFF2-40B4-BE49-F238E27FC236}">
                <a16:creationId xmlns:a16="http://schemas.microsoft.com/office/drawing/2014/main" id="{B2620F7A-2BE2-369A-C805-2FAA0AEE35B2}"/>
              </a:ext>
            </a:extLst>
          </p:cNvPr>
          <p:cNvSpPr txBox="1"/>
          <p:nvPr/>
        </p:nvSpPr>
        <p:spPr>
          <a:xfrm>
            <a:off x="459316" y="3515847"/>
            <a:ext cx="4432164"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displays active </a:t>
            </a:r>
            <a:r>
              <a:rPr lang="en-PH" sz="1400" b="0" i="0" dirty="0" err="1">
                <a:solidFill>
                  <a:schemeClr val="bg1"/>
                </a:solidFill>
                <a:effectLst/>
                <a:latin typeface="Arial" panose="020B0604020202020204" pitchFamily="34" charset="0"/>
              </a:rPr>
              <a:t>SmartBox</a:t>
            </a:r>
            <a:r>
              <a:rPr lang="en-PH" sz="1400" b="0" i="0" dirty="0">
                <a:solidFill>
                  <a:schemeClr val="bg1"/>
                </a:solidFill>
                <a:effectLst/>
                <a:latin typeface="Arial" panose="020B0604020202020204" pitchFamily="34" charset="0"/>
              </a:rPr>
              <a:t> </a:t>
            </a:r>
          </a:p>
          <a:p>
            <a:pPr fontAlgn="t">
              <a:lnSpc>
                <a:spcPct val="100000"/>
              </a:lnSpc>
              <a:buNone/>
            </a:pPr>
            <a:r>
              <a:rPr lang="en-PH" sz="1400" b="0" i="0" dirty="0">
                <a:solidFill>
                  <a:schemeClr val="bg1"/>
                </a:solidFill>
                <a:effectLst/>
                <a:latin typeface="Arial" panose="020B0604020202020204" pitchFamily="34" charset="0"/>
              </a:rPr>
              <a:t>equipment.</a:t>
            </a:r>
            <a:endParaRPr lang="en-PH" sz="1400" b="0" i="0" dirty="0">
              <a:solidFill>
                <a:schemeClr val="bg1"/>
              </a:solidFill>
              <a:effectLst/>
              <a:latin typeface="Segoe UI" panose="020B0502040204020203" pitchFamily="34" charset="0"/>
            </a:endParaRPr>
          </a:p>
        </p:txBody>
      </p:sp>
      <p:pic>
        <p:nvPicPr>
          <p:cNvPr id="11" name="Picture 10">
            <a:extLst>
              <a:ext uri="{FF2B5EF4-FFF2-40B4-BE49-F238E27FC236}">
                <a16:creationId xmlns:a16="http://schemas.microsoft.com/office/drawing/2014/main" id="{0EF9D1F8-708F-4986-9972-79D830D5B976}"/>
              </a:ext>
            </a:extLst>
          </p:cNvPr>
          <p:cNvPicPr>
            <a:picLocks noChangeAspect="1"/>
          </p:cNvPicPr>
          <p:nvPr/>
        </p:nvPicPr>
        <p:blipFill>
          <a:blip r:embed="rId2"/>
          <a:stretch>
            <a:fillRect/>
          </a:stretch>
        </p:blipFill>
        <p:spPr>
          <a:xfrm>
            <a:off x="4859867" y="765123"/>
            <a:ext cx="6872817" cy="3094513"/>
          </a:xfrm>
          <a:prstGeom prst="rect">
            <a:avLst/>
          </a:prstGeom>
        </p:spPr>
      </p:pic>
    </p:spTree>
    <p:extLst>
      <p:ext uri="{BB962C8B-B14F-4D97-AF65-F5344CB8AC3E}">
        <p14:creationId xmlns:p14="http://schemas.microsoft.com/office/powerpoint/2010/main" val="281037749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ble Placeholder 3">
            <a:extLst>
              <a:ext uri="{FF2B5EF4-FFF2-40B4-BE49-F238E27FC236}">
                <a16:creationId xmlns:a16="http://schemas.microsoft.com/office/drawing/2014/main" id="{0BD7529D-5866-B63E-C067-2941C6026898}"/>
              </a:ext>
            </a:extLst>
          </p:cNvPr>
          <p:cNvSpPr>
            <a:spLocks noGrp="1"/>
          </p:cNvSpPr>
          <p:nvPr>
            <p:ph type="body" sz="quarter" idx="11"/>
          </p:nvPr>
        </p:nvSpPr>
        <p:spPr>
          <a:xfrm>
            <a:off x="447368" y="330713"/>
            <a:ext cx="2964426" cy="760668"/>
          </a:xfrm>
        </p:spPr>
        <p:txBody>
          <a:bodyPr/>
          <a:lstStyle/>
          <a:p>
            <a:pPr fontAlgn="t"/>
            <a:r>
              <a:rPr lang="en-PH" b="1" dirty="0">
                <a:latin typeface="Arial" panose="020B0604020202020204" pitchFamily="34" charset="0"/>
                <a:cs typeface="Arial" panose="020B0604020202020204" pitchFamily="34" charset="0"/>
              </a:rPr>
              <a:t>SELECT Statements</a:t>
            </a:r>
          </a:p>
          <a:p>
            <a:pPr fontAlgn="t"/>
            <a:r>
              <a:rPr lang="en-PH" b="1" dirty="0">
                <a:latin typeface="Arial" panose="020B0604020202020204" pitchFamily="34" charset="0"/>
                <a:cs typeface="Arial" panose="020B0604020202020204" pitchFamily="34" charset="0"/>
              </a:rPr>
              <a:t>Single Row Function</a:t>
            </a:r>
          </a:p>
          <a:p>
            <a:endParaRPr lang="en-PH" dirty="0"/>
          </a:p>
        </p:txBody>
      </p:sp>
      <p:sp>
        <p:nvSpPr>
          <p:cNvPr id="7" name="TextBox 6">
            <a:extLst>
              <a:ext uri="{FF2B5EF4-FFF2-40B4-BE49-F238E27FC236}">
                <a16:creationId xmlns:a16="http://schemas.microsoft.com/office/drawing/2014/main" id="{B347BCD4-A79A-32CE-2D31-9199A9724AAF}"/>
              </a:ext>
            </a:extLst>
          </p:cNvPr>
          <p:cNvSpPr txBox="1"/>
          <p:nvPr/>
        </p:nvSpPr>
        <p:spPr>
          <a:xfrm>
            <a:off x="948266" y="1524000"/>
            <a:ext cx="3702232" cy="1107996"/>
          </a:xfrm>
          <a:prstGeom prst="rect">
            <a:avLst/>
          </a:prstGeom>
          <a:noFill/>
        </p:spPr>
        <p:txBody>
          <a:bodyPr wrap="none" rtlCol="0">
            <a:spAutoFit/>
          </a:bodyPr>
          <a:lstStyle/>
          <a:p>
            <a:r>
              <a:rPr lang="en-PH" sz="1600" dirty="0">
                <a:solidFill>
                  <a:schemeClr val="bg1"/>
                </a:solidFill>
              </a:rPr>
              <a:t>SELECT UPPER(PROPERTY_NAME)</a:t>
            </a:r>
            <a:br>
              <a:rPr lang="en-PH" sz="1600" dirty="0">
                <a:solidFill>
                  <a:schemeClr val="bg1"/>
                </a:solidFill>
              </a:rPr>
            </a:br>
            <a:endParaRPr lang="en-PH" sz="1600" dirty="0">
              <a:solidFill>
                <a:schemeClr val="bg1"/>
              </a:solidFill>
            </a:endParaRPr>
          </a:p>
          <a:p>
            <a:r>
              <a:rPr lang="en-PH" sz="1600" dirty="0">
                <a:solidFill>
                  <a:schemeClr val="bg1"/>
                </a:solidFill>
              </a:rPr>
              <a:t>FROM PROPERTY;</a:t>
            </a:r>
          </a:p>
          <a:p>
            <a:endParaRPr lang="en-PH" dirty="0">
              <a:solidFill>
                <a:schemeClr val="bg1"/>
              </a:solidFill>
            </a:endParaRPr>
          </a:p>
        </p:txBody>
      </p:sp>
      <p:sp>
        <p:nvSpPr>
          <p:cNvPr id="9" name="TextBox 8">
            <a:extLst>
              <a:ext uri="{FF2B5EF4-FFF2-40B4-BE49-F238E27FC236}">
                <a16:creationId xmlns:a16="http://schemas.microsoft.com/office/drawing/2014/main" id="{D00BCCD1-F2BF-1391-BEE3-302DAE494227}"/>
              </a:ext>
            </a:extLst>
          </p:cNvPr>
          <p:cNvSpPr txBox="1"/>
          <p:nvPr/>
        </p:nvSpPr>
        <p:spPr>
          <a:xfrm>
            <a:off x="626533" y="3105834"/>
            <a:ext cx="5233493"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converts all property names into uppercase </a:t>
            </a:r>
          </a:p>
          <a:p>
            <a:pPr fontAlgn="t">
              <a:lnSpc>
                <a:spcPct val="100000"/>
              </a:lnSpc>
              <a:buNone/>
            </a:pPr>
            <a:r>
              <a:rPr lang="en-PH" sz="1400" b="0" i="0" dirty="0">
                <a:solidFill>
                  <a:schemeClr val="bg1"/>
                </a:solidFill>
                <a:effectLst/>
                <a:latin typeface="Arial" panose="020B0604020202020204" pitchFamily="34" charset="0"/>
              </a:rPr>
              <a:t>letters using the UPPER() function.</a:t>
            </a:r>
            <a:endParaRPr lang="en-PH" sz="1400" b="0" i="0" dirty="0">
              <a:solidFill>
                <a:schemeClr val="bg1"/>
              </a:solidFill>
              <a:effectLst/>
              <a:latin typeface="Segoe UI" panose="020B0502040204020203" pitchFamily="34" charset="0"/>
            </a:endParaRPr>
          </a:p>
        </p:txBody>
      </p:sp>
      <p:pic>
        <p:nvPicPr>
          <p:cNvPr id="11" name="Picture 10">
            <a:extLst>
              <a:ext uri="{FF2B5EF4-FFF2-40B4-BE49-F238E27FC236}">
                <a16:creationId xmlns:a16="http://schemas.microsoft.com/office/drawing/2014/main" id="{BF0700EC-59A3-645A-D87B-F5410D219817}"/>
              </a:ext>
            </a:extLst>
          </p:cNvPr>
          <p:cNvPicPr>
            <a:picLocks noChangeAspect="1"/>
          </p:cNvPicPr>
          <p:nvPr/>
        </p:nvPicPr>
        <p:blipFill>
          <a:blip r:embed="rId2"/>
          <a:stretch>
            <a:fillRect/>
          </a:stretch>
        </p:blipFill>
        <p:spPr>
          <a:xfrm>
            <a:off x="6096000" y="680523"/>
            <a:ext cx="5271973" cy="2948531"/>
          </a:xfrm>
          <a:prstGeom prst="rect">
            <a:avLst/>
          </a:prstGeom>
        </p:spPr>
      </p:pic>
    </p:spTree>
    <p:extLst>
      <p:ext uri="{BB962C8B-B14F-4D97-AF65-F5344CB8AC3E}">
        <p14:creationId xmlns:p14="http://schemas.microsoft.com/office/powerpoint/2010/main" val="145500421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able Placeholder 3">
            <a:extLst>
              <a:ext uri="{FF2B5EF4-FFF2-40B4-BE49-F238E27FC236}">
                <a16:creationId xmlns:a16="http://schemas.microsoft.com/office/drawing/2014/main" id="{43F95FF2-7A1F-29DF-4638-431F2FE04717}"/>
              </a:ext>
            </a:extLst>
          </p:cNvPr>
          <p:cNvSpPr>
            <a:spLocks noGrp="1"/>
          </p:cNvSpPr>
          <p:nvPr>
            <p:ph type="body" sz="quarter" idx="11"/>
          </p:nvPr>
        </p:nvSpPr>
        <p:spPr>
          <a:xfrm>
            <a:off x="457199" y="365125"/>
            <a:ext cx="4470401" cy="803275"/>
          </a:xfrm>
        </p:spPr>
        <p:txBody>
          <a:bodyPr/>
          <a:lstStyle/>
          <a:p>
            <a:pPr fontAlgn="t"/>
            <a:r>
              <a:rPr lang="en-PH" b="1" dirty="0">
                <a:latin typeface="Arial" panose="020B0604020202020204" pitchFamily="34" charset="0"/>
                <a:cs typeface="Arial" panose="020B0604020202020204" pitchFamily="34" charset="0"/>
              </a:rPr>
              <a:t>SELECT Statements</a:t>
            </a:r>
          </a:p>
          <a:p>
            <a:pPr fontAlgn="t"/>
            <a:r>
              <a:rPr lang="en-PH" b="1" dirty="0">
                <a:latin typeface="Arial" panose="020B0604020202020204" pitchFamily="34" charset="0"/>
                <a:cs typeface="Arial" panose="020B0604020202020204" pitchFamily="34" charset="0"/>
              </a:rPr>
              <a:t>Multiple Row Function</a:t>
            </a:r>
          </a:p>
        </p:txBody>
      </p:sp>
      <p:sp>
        <p:nvSpPr>
          <p:cNvPr id="7" name="TextBox 6">
            <a:extLst>
              <a:ext uri="{FF2B5EF4-FFF2-40B4-BE49-F238E27FC236}">
                <a16:creationId xmlns:a16="http://schemas.microsoft.com/office/drawing/2014/main" id="{420687F4-29E1-6789-54E4-6FD85D90AB62}"/>
              </a:ext>
            </a:extLst>
          </p:cNvPr>
          <p:cNvSpPr txBox="1"/>
          <p:nvPr/>
        </p:nvSpPr>
        <p:spPr>
          <a:xfrm>
            <a:off x="1269998" y="1460269"/>
            <a:ext cx="4470401" cy="830997"/>
          </a:xfrm>
          <a:prstGeom prst="rect">
            <a:avLst/>
          </a:prstGeom>
          <a:noFill/>
        </p:spPr>
        <p:txBody>
          <a:bodyPr wrap="square">
            <a:spAutoFit/>
          </a:bodyPr>
          <a:lstStyle/>
          <a:p>
            <a:pPr>
              <a:buNone/>
            </a:pPr>
            <a:r>
              <a:rPr lang="en-PH" sz="1600" dirty="0">
                <a:solidFill>
                  <a:schemeClr val="bg1"/>
                </a:solidFill>
              </a:rPr>
              <a:t>SELECT COUNT(*)</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TICKET;</a:t>
            </a:r>
          </a:p>
        </p:txBody>
      </p:sp>
      <p:sp>
        <p:nvSpPr>
          <p:cNvPr id="10" name="TextBox 9">
            <a:extLst>
              <a:ext uri="{FF2B5EF4-FFF2-40B4-BE49-F238E27FC236}">
                <a16:creationId xmlns:a16="http://schemas.microsoft.com/office/drawing/2014/main" id="{0B69D4C1-8CB1-0159-743B-24AEC893EF62}"/>
              </a:ext>
            </a:extLst>
          </p:cNvPr>
          <p:cNvSpPr txBox="1"/>
          <p:nvPr/>
        </p:nvSpPr>
        <p:spPr>
          <a:xfrm>
            <a:off x="457199" y="2905780"/>
            <a:ext cx="6096000"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counts the total number of records </a:t>
            </a:r>
          </a:p>
          <a:p>
            <a:pPr fontAlgn="t">
              <a:lnSpc>
                <a:spcPct val="100000"/>
              </a:lnSpc>
              <a:buNone/>
            </a:pPr>
            <a:r>
              <a:rPr lang="en-PH" sz="1400" b="0" i="0" dirty="0">
                <a:solidFill>
                  <a:schemeClr val="bg1"/>
                </a:solidFill>
                <a:effectLst/>
                <a:latin typeface="Arial" panose="020B0604020202020204" pitchFamily="34" charset="0"/>
              </a:rPr>
              <a:t>in the TICKET table.</a:t>
            </a:r>
            <a:endParaRPr lang="en-PH" sz="1400" b="0" i="0" dirty="0">
              <a:solidFill>
                <a:schemeClr val="bg1"/>
              </a:solidFill>
              <a:effectLst/>
              <a:latin typeface="Segoe UI" panose="020B0502040204020203" pitchFamily="34" charset="0"/>
            </a:endParaRPr>
          </a:p>
        </p:txBody>
      </p:sp>
      <p:pic>
        <p:nvPicPr>
          <p:cNvPr id="11" name="Picture 10">
            <a:extLst>
              <a:ext uri="{FF2B5EF4-FFF2-40B4-BE49-F238E27FC236}">
                <a16:creationId xmlns:a16="http://schemas.microsoft.com/office/drawing/2014/main" id="{634141BB-0D29-350D-4613-A452EBF0FD4D}"/>
              </a:ext>
            </a:extLst>
          </p:cNvPr>
          <p:cNvPicPr>
            <a:picLocks noChangeAspect="1"/>
          </p:cNvPicPr>
          <p:nvPr/>
        </p:nvPicPr>
        <p:blipFill>
          <a:blip r:embed="rId2"/>
          <a:stretch>
            <a:fillRect/>
          </a:stretch>
        </p:blipFill>
        <p:spPr>
          <a:xfrm>
            <a:off x="7107086" y="1137720"/>
            <a:ext cx="3140075" cy="1768060"/>
          </a:xfrm>
          <a:prstGeom prst="rect">
            <a:avLst/>
          </a:prstGeom>
        </p:spPr>
      </p:pic>
    </p:spTree>
    <p:extLst>
      <p:ext uri="{BB962C8B-B14F-4D97-AF65-F5344CB8AC3E}">
        <p14:creationId xmlns:p14="http://schemas.microsoft.com/office/powerpoint/2010/main" val="54449225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F26F3B-BC4D-2655-9A74-9CD7D40B89A8}"/>
              </a:ext>
            </a:extLst>
          </p:cNvPr>
          <p:cNvSpPr>
            <a:spLocks noGrp="1"/>
          </p:cNvSpPr>
          <p:nvPr>
            <p:ph type="body" sz="quarter" idx="11"/>
          </p:nvPr>
        </p:nvSpPr>
        <p:spPr>
          <a:xfrm>
            <a:off x="457202" y="380509"/>
            <a:ext cx="3082412" cy="917349"/>
          </a:xfrm>
        </p:spPr>
        <p:txBody>
          <a:bodyPr/>
          <a:lstStyle/>
          <a:p>
            <a:pPr fontAlgn="t"/>
            <a:r>
              <a:rPr lang="en-PH" b="1" dirty="0">
                <a:latin typeface="Arial" panose="020B0604020202020204" pitchFamily="34" charset="0"/>
                <a:cs typeface="Arial" panose="020B0604020202020204" pitchFamily="34" charset="0"/>
              </a:rPr>
              <a:t>SELECT Statements</a:t>
            </a:r>
          </a:p>
          <a:p>
            <a:pPr fontAlgn="t"/>
            <a:r>
              <a:rPr lang="en-PH" b="1" dirty="0">
                <a:latin typeface="Arial" panose="020B0604020202020204" pitchFamily="34" charset="0"/>
                <a:cs typeface="Arial" panose="020B0604020202020204" pitchFamily="34" charset="0"/>
              </a:rPr>
              <a:t>UNION Set Operator</a:t>
            </a:r>
          </a:p>
          <a:p>
            <a:endParaRPr lang="en-PH" dirty="0"/>
          </a:p>
        </p:txBody>
      </p:sp>
      <p:sp>
        <p:nvSpPr>
          <p:cNvPr id="6" name="TextBox 5">
            <a:extLst>
              <a:ext uri="{FF2B5EF4-FFF2-40B4-BE49-F238E27FC236}">
                <a16:creationId xmlns:a16="http://schemas.microsoft.com/office/drawing/2014/main" id="{A0582A29-0C11-BD9A-76C9-01208F278C8C}"/>
              </a:ext>
            </a:extLst>
          </p:cNvPr>
          <p:cNvSpPr txBox="1"/>
          <p:nvPr/>
        </p:nvSpPr>
        <p:spPr>
          <a:xfrm>
            <a:off x="934065" y="1397675"/>
            <a:ext cx="6096000" cy="2308324"/>
          </a:xfrm>
          <a:prstGeom prst="rect">
            <a:avLst/>
          </a:prstGeom>
          <a:noFill/>
        </p:spPr>
        <p:txBody>
          <a:bodyPr wrap="square">
            <a:spAutoFit/>
          </a:bodyPr>
          <a:lstStyle/>
          <a:p>
            <a:pPr>
              <a:buNone/>
            </a:pPr>
            <a:r>
              <a:rPr lang="en-PH" sz="1600" dirty="0">
                <a:solidFill>
                  <a:schemeClr val="bg1"/>
                </a:solidFill>
              </a:rPr>
              <a:t>SELECT PROPERTY_NAME</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PROPERTY</a:t>
            </a:r>
            <a:br>
              <a:rPr lang="en-PH" sz="1600" dirty="0">
                <a:solidFill>
                  <a:schemeClr val="bg1"/>
                </a:solidFill>
              </a:rPr>
            </a:br>
            <a:endParaRPr lang="en-PH" sz="1600" dirty="0">
              <a:solidFill>
                <a:schemeClr val="bg1"/>
              </a:solidFill>
            </a:endParaRPr>
          </a:p>
          <a:p>
            <a:pPr>
              <a:buNone/>
            </a:pPr>
            <a:r>
              <a:rPr lang="en-PH" sz="1600" dirty="0">
                <a:solidFill>
                  <a:schemeClr val="bg1"/>
                </a:solidFill>
              </a:rPr>
              <a:t>UNION</a:t>
            </a:r>
            <a:br>
              <a:rPr lang="en-PH" sz="1600" dirty="0">
                <a:solidFill>
                  <a:schemeClr val="bg1"/>
                </a:solidFill>
              </a:rPr>
            </a:br>
            <a:endParaRPr lang="en-PH" sz="1600" dirty="0">
              <a:solidFill>
                <a:schemeClr val="bg1"/>
              </a:solidFill>
            </a:endParaRPr>
          </a:p>
          <a:p>
            <a:pPr>
              <a:buNone/>
            </a:pPr>
            <a:r>
              <a:rPr lang="en-PH" sz="1600" dirty="0">
                <a:solidFill>
                  <a:schemeClr val="bg1"/>
                </a:solidFill>
              </a:rPr>
              <a:t>SELECT ISSUE_DESCRIPTION</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TICKET;</a:t>
            </a:r>
          </a:p>
        </p:txBody>
      </p:sp>
      <p:sp>
        <p:nvSpPr>
          <p:cNvPr id="8" name="TextBox 7">
            <a:extLst>
              <a:ext uri="{FF2B5EF4-FFF2-40B4-BE49-F238E27FC236}">
                <a16:creationId xmlns:a16="http://schemas.microsoft.com/office/drawing/2014/main" id="{A9395F76-4FA2-6EC0-C001-A143F422E8A9}"/>
              </a:ext>
            </a:extLst>
          </p:cNvPr>
          <p:cNvSpPr txBox="1"/>
          <p:nvPr/>
        </p:nvSpPr>
        <p:spPr>
          <a:xfrm>
            <a:off x="457202" y="4059123"/>
            <a:ext cx="4350772" cy="738664"/>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combines records from the </a:t>
            </a:r>
          </a:p>
          <a:p>
            <a:pPr fontAlgn="t">
              <a:lnSpc>
                <a:spcPct val="100000"/>
              </a:lnSpc>
              <a:buNone/>
            </a:pPr>
            <a:r>
              <a:rPr lang="en-PH" sz="1400" b="0" i="0" dirty="0">
                <a:solidFill>
                  <a:schemeClr val="bg1"/>
                </a:solidFill>
                <a:effectLst/>
                <a:latin typeface="Arial" panose="020B0604020202020204" pitchFamily="34" charset="0"/>
              </a:rPr>
              <a:t>PROPERTY and TICKET tables while removing </a:t>
            </a:r>
          </a:p>
          <a:p>
            <a:pPr fontAlgn="t">
              <a:lnSpc>
                <a:spcPct val="100000"/>
              </a:lnSpc>
              <a:buNone/>
            </a:pPr>
            <a:r>
              <a:rPr lang="en-PH" sz="1400" b="0" i="0" dirty="0">
                <a:solidFill>
                  <a:schemeClr val="bg1"/>
                </a:solidFill>
                <a:effectLst/>
                <a:latin typeface="Arial" panose="020B0604020202020204" pitchFamily="34" charset="0"/>
              </a:rPr>
              <a:t>duplicate values.</a:t>
            </a:r>
            <a:endParaRPr lang="en-PH" sz="1400" b="0" i="0" dirty="0">
              <a:solidFill>
                <a:schemeClr val="bg1"/>
              </a:solidFill>
              <a:effectLst/>
              <a:latin typeface="Segoe UI" panose="020B0502040204020203" pitchFamily="34" charset="0"/>
            </a:endParaRPr>
          </a:p>
        </p:txBody>
      </p:sp>
      <p:pic>
        <p:nvPicPr>
          <p:cNvPr id="9" name="Picture 8">
            <a:extLst>
              <a:ext uri="{FF2B5EF4-FFF2-40B4-BE49-F238E27FC236}">
                <a16:creationId xmlns:a16="http://schemas.microsoft.com/office/drawing/2014/main" id="{B558A231-1563-40DF-6FE6-416ACBEC2A84}"/>
              </a:ext>
            </a:extLst>
          </p:cNvPr>
          <p:cNvPicPr>
            <a:picLocks noChangeAspect="1"/>
          </p:cNvPicPr>
          <p:nvPr/>
        </p:nvPicPr>
        <p:blipFill>
          <a:blip r:embed="rId2"/>
          <a:stretch>
            <a:fillRect/>
          </a:stretch>
        </p:blipFill>
        <p:spPr>
          <a:xfrm>
            <a:off x="4807974" y="498035"/>
            <a:ext cx="6818670" cy="3830603"/>
          </a:xfrm>
          <a:prstGeom prst="rect">
            <a:avLst/>
          </a:prstGeom>
        </p:spPr>
      </p:pic>
    </p:spTree>
    <p:extLst>
      <p:ext uri="{BB962C8B-B14F-4D97-AF65-F5344CB8AC3E}">
        <p14:creationId xmlns:p14="http://schemas.microsoft.com/office/powerpoint/2010/main" val="1901632189"/>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5D6C88-CCF8-B3D7-1ADB-E33D6ABAF414}"/>
              </a:ext>
            </a:extLst>
          </p:cNvPr>
          <p:cNvSpPr>
            <a:spLocks noGrp="1"/>
          </p:cNvSpPr>
          <p:nvPr>
            <p:ph type="body" sz="quarter" idx="11"/>
          </p:nvPr>
        </p:nvSpPr>
        <p:spPr>
          <a:xfrm>
            <a:off x="424972" y="413723"/>
            <a:ext cx="3742267" cy="684105"/>
          </a:xfrm>
        </p:spPr>
        <p:txBody>
          <a:bodyPr/>
          <a:lstStyle/>
          <a:p>
            <a:pPr fontAlgn="t"/>
            <a:r>
              <a:rPr lang="en-PH" sz="2000" b="1" dirty="0">
                <a:latin typeface="Arial" panose="020B0604020202020204" pitchFamily="34" charset="0"/>
                <a:cs typeface="Arial" panose="020B0604020202020204" pitchFamily="34" charset="0"/>
              </a:rPr>
              <a:t>SET OPERATORS</a:t>
            </a:r>
          </a:p>
          <a:p>
            <a:pPr fontAlgn="t"/>
            <a:r>
              <a:rPr lang="en-PH" sz="2000" b="1" dirty="0">
                <a:latin typeface="Arial" panose="020B0604020202020204" pitchFamily="34" charset="0"/>
                <a:cs typeface="Arial" panose="020B0604020202020204" pitchFamily="34" charset="0"/>
              </a:rPr>
              <a:t>UNION ALL</a:t>
            </a:r>
          </a:p>
          <a:p>
            <a:endParaRPr lang="en-PH" dirty="0"/>
          </a:p>
        </p:txBody>
      </p:sp>
      <p:sp>
        <p:nvSpPr>
          <p:cNvPr id="2" name="TextBox 1">
            <a:extLst>
              <a:ext uri="{FF2B5EF4-FFF2-40B4-BE49-F238E27FC236}">
                <a16:creationId xmlns:a16="http://schemas.microsoft.com/office/drawing/2014/main" id="{550D7D1F-2B53-66EC-AEF8-7B1EA6B2ECFD}"/>
              </a:ext>
            </a:extLst>
          </p:cNvPr>
          <p:cNvSpPr txBox="1"/>
          <p:nvPr/>
        </p:nvSpPr>
        <p:spPr>
          <a:xfrm>
            <a:off x="1163626" y="1537656"/>
            <a:ext cx="3160930" cy="2554545"/>
          </a:xfrm>
          <a:prstGeom prst="rect">
            <a:avLst/>
          </a:prstGeom>
          <a:noFill/>
        </p:spPr>
        <p:txBody>
          <a:bodyPr wrap="none" rtlCol="0">
            <a:spAutoFit/>
          </a:bodyPr>
          <a:lstStyle/>
          <a:p>
            <a:r>
              <a:rPr lang="en-PH" sz="1600" dirty="0">
                <a:solidFill>
                  <a:schemeClr val="bg1"/>
                </a:solidFill>
              </a:rPr>
              <a:t>SELECT PROPERTY_NAME</a:t>
            </a:r>
            <a:br>
              <a:rPr lang="en-PH" sz="1600" dirty="0">
                <a:solidFill>
                  <a:schemeClr val="bg1"/>
                </a:solidFill>
              </a:rPr>
            </a:br>
            <a:endParaRPr lang="en-PH" sz="1600" dirty="0">
              <a:solidFill>
                <a:schemeClr val="bg1"/>
              </a:solidFill>
            </a:endParaRPr>
          </a:p>
          <a:p>
            <a:r>
              <a:rPr lang="en-PH" sz="1600" dirty="0">
                <a:solidFill>
                  <a:schemeClr val="bg1"/>
                </a:solidFill>
              </a:rPr>
              <a:t>FROM PROPERTY</a:t>
            </a:r>
            <a:br>
              <a:rPr lang="en-PH" sz="1600" dirty="0">
                <a:solidFill>
                  <a:schemeClr val="bg1"/>
                </a:solidFill>
              </a:rPr>
            </a:br>
            <a:endParaRPr lang="en-PH" sz="1600" dirty="0">
              <a:solidFill>
                <a:schemeClr val="bg1"/>
              </a:solidFill>
            </a:endParaRPr>
          </a:p>
          <a:p>
            <a:r>
              <a:rPr lang="en-PH" sz="1600" dirty="0">
                <a:solidFill>
                  <a:schemeClr val="bg1"/>
                </a:solidFill>
              </a:rPr>
              <a:t>UNION ALL</a:t>
            </a:r>
            <a:br>
              <a:rPr lang="en-PH" sz="1600" dirty="0">
                <a:solidFill>
                  <a:schemeClr val="bg1"/>
                </a:solidFill>
              </a:rPr>
            </a:br>
            <a:endParaRPr lang="en-PH" sz="1600" dirty="0">
              <a:solidFill>
                <a:schemeClr val="bg1"/>
              </a:solidFill>
            </a:endParaRPr>
          </a:p>
          <a:p>
            <a:r>
              <a:rPr lang="en-PH" sz="1600" dirty="0">
                <a:solidFill>
                  <a:schemeClr val="bg1"/>
                </a:solidFill>
              </a:rPr>
              <a:t>SELECT ISSUE_DESCRIPTION</a:t>
            </a:r>
            <a:br>
              <a:rPr lang="en-PH" sz="1600" dirty="0">
                <a:solidFill>
                  <a:schemeClr val="bg1"/>
                </a:solidFill>
              </a:rPr>
            </a:br>
            <a:endParaRPr lang="en-PH" sz="1600" dirty="0">
              <a:solidFill>
                <a:schemeClr val="bg1"/>
              </a:solidFill>
            </a:endParaRPr>
          </a:p>
          <a:p>
            <a:r>
              <a:rPr lang="en-PH" sz="1600" dirty="0">
                <a:solidFill>
                  <a:schemeClr val="bg1"/>
                </a:solidFill>
              </a:rPr>
              <a:t>FROM TICKET;</a:t>
            </a:r>
          </a:p>
          <a:p>
            <a:endParaRPr lang="en-PH" sz="1600" dirty="0">
              <a:solidFill>
                <a:schemeClr val="bg1"/>
              </a:solidFill>
            </a:endParaRPr>
          </a:p>
        </p:txBody>
      </p:sp>
      <p:pic>
        <p:nvPicPr>
          <p:cNvPr id="7" name="Picture 6">
            <a:extLst>
              <a:ext uri="{FF2B5EF4-FFF2-40B4-BE49-F238E27FC236}">
                <a16:creationId xmlns:a16="http://schemas.microsoft.com/office/drawing/2014/main" id="{933B8E44-AF10-F879-19D3-37E39358A6C8}"/>
              </a:ext>
            </a:extLst>
          </p:cNvPr>
          <p:cNvPicPr>
            <a:picLocks noChangeAspect="1"/>
          </p:cNvPicPr>
          <p:nvPr/>
        </p:nvPicPr>
        <p:blipFill>
          <a:blip r:embed="rId2"/>
          <a:stretch>
            <a:fillRect/>
          </a:stretch>
        </p:blipFill>
        <p:spPr>
          <a:xfrm>
            <a:off x="5516617" y="633305"/>
            <a:ext cx="5769814" cy="4053405"/>
          </a:xfrm>
          <a:prstGeom prst="rect">
            <a:avLst/>
          </a:prstGeom>
        </p:spPr>
      </p:pic>
      <p:sp>
        <p:nvSpPr>
          <p:cNvPr id="9" name="TextBox 8">
            <a:extLst>
              <a:ext uri="{FF2B5EF4-FFF2-40B4-BE49-F238E27FC236}">
                <a16:creationId xmlns:a16="http://schemas.microsoft.com/office/drawing/2014/main" id="{CC60C3D6-6F66-0F71-58CA-B3D1D3522358}"/>
              </a:ext>
            </a:extLst>
          </p:cNvPr>
          <p:cNvSpPr txBox="1"/>
          <p:nvPr/>
        </p:nvSpPr>
        <p:spPr>
          <a:xfrm>
            <a:off x="334297" y="4287753"/>
            <a:ext cx="6096000"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combines the results of two queries </a:t>
            </a:r>
          </a:p>
          <a:p>
            <a:pPr fontAlgn="t">
              <a:lnSpc>
                <a:spcPct val="100000"/>
              </a:lnSpc>
              <a:buNone/>
            </a:pPr>
            <a:r>
              <a:rPr lang="en-PH" sz="1400" b="0" i="0" dirty="0">
                <a:solidFill>
                  <a:schemeClr val="bg1"/>
                </a:solidFill>
                <a:effectLst/>
                <a:latin typeface="Arial" panose="020B0604020202020204" pitchFamily="34" charset="0"/>
              </a:rPr>
              <a:t>and includes all records, including duplicate values.</a:t>
            </a:r>
            <a:endParaRPr lang="en-PH" sz="14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1192061966"/>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CE72731-8CBD-FAE2-B361-5DC2A07A6727}"/>
              </a:ext>
            </a:extLst>
          </p:cNvPr>
          <p:cNvSpPr>
            <a:spLocks noGrp="1"/>
          </p:cNvSpPr>
          <p:nvPr>
            <p:ph type="body" sz="quarter" idx="11"/>
          </p:nvPr>
        </p:nvSpPr>
        <p:spPr>
          <a:xfrm>
            <a:off x="437535" y="419841"/>
            <a:ext cx="2895599" cy="649216"/>
          </a:xfrm>
        </p:spPr>
        <p:txBody>
          <a:bodyPr/>
          <a:lstStyle/>
          <a:p>
            <a:r>
              <a:rPr lang="en-PH" sz="2000" b="1" dirty="0">
                <a:latin typeface="Arial" panose="020B0604020202020204" pitchFamily="34" charset="0"/>
                <a:cs typeface="Arial" panose="020B0604020202020204" pitchFamily="34" charset="0"/>
              </a:rPr>
              <a:t>SET OPERATORS</a:t>
            </a:r>
          </a:p>
          <a:p>
            <a:r>
              <a:rPr lang="en-PH" sz="2000" b="1" dirty="0">
                <a:latin typeface="Arial" panose="020B0604020202020204" pitchFamily="34" charset="0"/>
                <a:cs typeface="Arial" panose="020B0604020202020204" pitchFamily="34" charset="0"/>
              </a:rPr>
              <a:t>INTERSECT</a:t>
            </a:r>
          </a:p>
          <a:p>
            <a:endParaRPr lang="en-PH" dirty="0"/>
          </a:p>
        </p:txBody>
      </p:sp>
      <p:sp>
        <p:nvSpPr>
          <p:cNvPr id="6" name="TextBox 5">
            <a:extLst>
              <a:ext uri="{FF2B5EF4-FFF2-40B4-BE49-F238E27FC236}">
                <a16:creationId xmlns:a16="http://schemas.microsoft.com/office/drawing/2014/main" id="{E17BD7B1-5D9D-E49D-174F-07DB3D6E3FE4}"/>
              </a:ext>
            </a:extLst>
          </p:cNvPr>
          <p:cNvSpPr txBox="1"/>
          <p:nvPr/>
        </p:nvSpPr>
        <p:spPr>
          <a:xfrm>
            <a:off x="1103374" y="1427771"/>
            <a:ext cx="4031226" cy="2308324"/>
          </a:xfrm>
          <a:prstGeom prst="rect">
            <a:avLst/>
          </a:prstGeom>
          <a:noFill/>
        </p:spPr>
        <p:txBody>
          <a:bodyPr wrap="square">
            <a:spAutoFit/>
          </a:bodyPr>
          <a:lstStyle/>
          <a:p>
            <a:pPr>
              <a:buNone/>
            </a:pPr>
            <a:r>
              <a:rPr lang="en-PH" sz="1600" dirty="0">
                <a:solidFill>
                  <a:schemeClr val="bg1"/>
                </a:solidFill>
              </a:rPr>
              <a:t>SELECT PROPERTY_NAME</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PROPERTY</a:t>
            </a:r>
            <a:br>
              <a:rPr lang="en-PH" sz="1600" dirty="0">
                <a:solidFill>
                  <a:schemeClr val="bg1"/>
                </a:solidFill>
              </a:rPr>
            </a:br>
            <a:endParaRPr lang="en-PH" sz="1600" dirty="0">
              <a:solidFill>
                <a:schemeClr val="bg1"/>
              </a:solidFill>
            </a:endParaRPr>
          </a:p>
          <a:p>
            <a:pPr>
              <a:buNone/>
            </a:pPr>
            <a:r>
              <a:rPr lang="en-PH" sz="1600" dirty="0">
                <a:solidFill>
                  <a:schemeClr val="bg1"/>
                </a:solidFill>
              </a:rPr>
              <a:t>INTERSECT</a:t>
            </a:r>
            <a:br>
              <a:rPr lang="en-PH" sz="1600" dirty="0">
                <a:solidFill>
                  <a:schemeClr val="bg1"/>
                </a:solidFill>
              </a:rPr>
            </a:br>
            <a:endParaRPr lang="en-PH" sz="1600" dirty="0">
              <a:solidFill>
                <a:schemeClr val="bg1"/>
              </a:solidFill>
            </a:endParaRPr>
          </a:p>
          <a:p>
            <a:pPr>
              <a:buNone/>
            </a:pPr>
            <a:r>
              <a:rPr lang="en-PH" sz="1600" dirty="0">
                <a:solidFill>
                  <a:schemeClr val="bg1"/>
                </a:solidFill>
              </a:rPr>
              <a:t>SELECT ISSUE_DESCRIPTION</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TICKET;</a:t>
            </a:r>
          </a:p>
        </p:txBody>
      </p:sp>
      <p:pic>
        <p:nvPicPr>
          <p:cNvPr id="8" name="Picture 7">
            <a:extLst>
              <a:ext uri="{FF2B5EF4-FFF2-40B4-BE49-F238E27FC236}">
                <a16:creationId xmlns:a16="http://schemas.microsoft.com/office/drawing/2014/main" id="{9C3514A3-A50A-73E5-85AD-D8A1CA7160D5}"/>
              </a:ext>
            </a:extLst>
          </p:cNvPr>
          <p:cNvPicPr>
            <a:picLocks noChangeAspect="1"/>
          </p:cNvPicPr>
          <p:nvPr/>
        </p:nvPicPr>
        <p:blipFill>
          <a:blip r:embed="rId2"/>
          <a:stretch>
            <a:fillRect/>
          </a:stretch>
        </p:blipFill>
        <p:spPr>
          <a:xfrm>
            <a:off x="5729943" y="1069057"/>
            <a:ext cx="5358683" cy="2460724"/>
          </a:xfrm>
          <a:prstGeom prst="rect">
            <a:avLst/>
          </a:prstGeom>
        </p:spPr>
      </p:pic>
      <p:sp>
        <p:nvSpPr>
          <p:cNvPr id="10" name="TextBox 9">
            <a:extLst>
              <a:ext uri="{FF2B5EF4-FFF2-40B4-BE49-F238E27FC236}">
                <a16:creationId xmlns:a16="http://schemas.microsoft.com/office/drawing/2014/main" id="{B0336491-1DA1-1E5E-330E-A140541C6168}"/>
              </a:ext>
            </a:extLst>
          </p:cNvPr>
          <p:cNvSpPr txBox="1"/>
          <p:nvPr/>
        </p:nvSpPr>
        <p:spPr>
          <a:xfrm>
            <a:off x="609599" y="4094810"/>
            <a:ext cx="6096000" cy="307777"/>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returns records that are common between two queries.</a:t>
            </a:r>
            <a:endParaRPr lang="en-PH" sz="14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425306851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5C0765E-750E-F8DB-1E9E-39BD4E6B9D75}"/>
              </a:ext>
            </a:extLst>
          </p:cNvPr>
          <p:cNvSpPr>
            <a:spLocks noGrp="1"/>
          </p:cNvSpPr>
          <p:nvPr>
            <p:ph type="body" sz="quarter" idx="11"/>
          </p:nvPr>
        </p:nvSpPr>
        <p:spPr>
          <a:xfrm>
            <a:off x="476865" y="409370"/>
            <a:ext cx="2669458" cy="646331"/>
          </a:xfrm>
        </p:spPr>
        <p:txBody>
          <a:bodyPr/>
          <a:lstStyle/>
          <a:p>
            <a:r>
              <a:rPr lang="en-PH" sz="2000" b="1" dirty="0">
                <a:latin typeface="Arial" panose="020B0604020202020204" pitchFamily="34" charset="0"/>
                <a:cs typeface="Arial" panose="020B0604020202020204" pitchFamily="34" charset="0"/>
              </a:rPr>
              <a:t>SET OPERATORS</a:t>
            </a:r>
          </a:p>
          <a:p>
            <a:r>
              <a:rPr lang="en-PH" sz="2000" b="1" dirty="0">
                <a:latin typeface="Arial" panose="020B0604020202020204" pitchFamily="34" charset="0"/>
                <a:cs typeface="Arial" panose="020B0604020202020204" pitchFamily="34" charset="0"/>
              </a:rPr>
              <a:t>MINUS</a:t>
            </a:r>
          </a:p>
          <a:p>
            <a:endParaRPr lang="en-PH" dirty="0"/>
          </a:p>
        </p:txBody>
      </p:sp>
      <p:sp>
        <p:nvSpPr>
          <p:cNvPr id="9" name="TextBox 8">
            <a:extLst>
              <a:ext uri="{FF2B5EF4-FFF2-40B4-BE49-F238E27FC236}">
                <a16:creationId xmlns:a16="http://schemas.microsoft.com/office/drawing/2014/main" id="{66D18DD1-46C6-19FF-1151-80F2010C5601}"/>
              </a:ext>
            </a:extLst>
          </p:cNvPr>
          <p:cNvSpPr txBox="1"/>
          <p:nvPr/>
        </p:nvSpPr>
        <p:spPr>
          <a:xfrm>
            <a:off x="1108587" y="1463524"/>
            <a:ext cx="3778045" cy="2339102"/>
          </a:xfrm>
          <a:prstGeom prst="rect">
            <a:avLst/>
          </a:prstGeom>
          <a:noFill/>
        </p:spPr>
        <p:txBody>
          <a:bodyPr wrap="square">
            <a:spAutoFit/>
          </a:bodyPr>
          <a:lstStyle/>
          <a:p>
            <a:pPr>
              <a:buNone/>
            </a:pPr>
            <a:r>
              <a:rPr lang="en-PH" sz="1600" dirty="0">
                <a:solidFill>
                  <a:schemeClr val="bg1"/>
                </a:solidFill>
              </a:rPr>
              <a:t>SELECT PROPERTY_NAME</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PROPERTY</a:t>
            </a:r>
            <a:br>
              <a:rPr lang="en-PH" sz="1600" dirty="0">
                <a:solidFill>
                  <a:schemeClr val="bg1"/>
                </a:solidFill>
              </a:rPr>
            </a:br>
            <a:endParaRPr lang="en-PH" sz="1600" dirty="0">
              <a:solidFill>
                <a:schemeClr val="bg1"/>
              </a:solidFill>
            </a:endParaRPr>
          </a:p>
          <a:p>
            <a:pPr>
              <a:buNone/>
            </a:pPr>
            <a:r>
              <a:rPr lang="en-PH" sz="1600" dirty="0">
                <a:solidFill>
                  <a:schemeClr val="bg1"/>
                </a:solidFill>
              </a:rPr>
              <a:t>MINUS</a:t>
            </a:r>
            <a:br>
              <a:rPr lang="en-PH" sz="1600" dirty="0">
                <a:solidFill>
                  <a:schemeClr val="bg1"/>
                </a:solidFill>
              </a:rPr>
            </a:br>
            <a:endParaRPr lang="en-PH" sz="1600" dirty="0">
              <a:solidFill>
                <a:schemeClr val="bg1"/>
              </a:solidFill>
            </a:endParaRPr>
          </a:p>
          <a:p>
            <a:pPr>
              <a:buNone/>
            </a:pPr>
            <a:r>
              <a:rPr lang="en-PH" sz="1600" dirty="0">
                <a:solidFill>
                  <a:schemeClr val="bg1"/>
                </a:solidFill>
              </a:rPr>
              <a:t>SELECT ISSUE_DESCRIPTION</a:t>
            </a:r>
            <a:br>
              <a:rPr lang="en-PH" sz="1600" dirty="0">
                <a:solidFill>
                  <a:schemeClr val="bg1"/>
                </a:solidFill>
              </a:rPr>
            </a:br>
            <a:endParaRPr lang="en-PH" sz="1600" dirty="0">
              <a:solidFill>
                <a:schemeClr val="bg1"/>
              </a:solidFill>
            </a:endParaRPr>
          </a:p>
          <a:p>
            <a:pPr>
              <a:buNone/>
            </a:pPr>
            <a:r>
              <a:rPr lang="en-PH" sz="1600" dirty="0">
                <a:solidFill>
                  <a:schemeClr val="bg1"/>
                </a:solidFill>
              </a:rPr>
              <a:t>FROM TICKET;</a:t>
            </a:r>
          </a:p>
        </p:txBody>
      </p:sp>
      <p:pic>
        <p:nvPicPr>
          <p:cNvPr id="11" name="Picture 10">
            <a:extLst>
              <a:ext uri="{FF2B5EF4-FFF2-40B4-BE49-F238E27FC236}">
                <a16:creationId xmlns:a16="http://schemas.microsoft.com/office/drawing/2014/main" id="{ABF7FFD7-2420-AED8-656C-C390497F1420}"/>
              </a:ext>
            </a:extLst>
          </p:cNvPr>
          <p:cNvPicPr>
            <a:picLocks noChangeAspect="1"/>
          </p:cNvPicPr>
          <p:nvPr/>
        </p:nvPicPr>
        <p:blipFill>
          <a:blip r:embed="rId2"/>
          <a:stretch>
            <a:fillRect/>
          </a:stretch>
        </p:blipFill>
        <p:spPr>
          <a:xfrm>
            <a:off x="4886632" y="1139219"/>
            <a:ext cx="6720801" cy="2503255"/>
          </a:xfrm>
          <a:prstGeom prst="rect">
            <a:avLst/>
          </a:prstGeom>
        </p:spPr>
      </p:pic>
      <p:sp>
        <p:nvSpPr>
          <p:cNvPr id="15" name="TextBox 14">
            <a:extLst>
              <a:ext uri="{FF2B5EF4-FFF2-40B4-BE49-F238E27FC236}">
                <a16:creationId xmlns:a16="http://schemas.microsoft.com/office/drawing/2014/main" id="{279011C5-A18E-0C07-C93E-AD990E9BD503}"/>
              </a:ext>
            </a:extLst>
          </p:cNvPr>
          <p:cNvSpPr txBox="1"/>
          <p:nvPr/>
        </p:nvSpPr>
        <p:spPr>
          <a:xfrm>
            <a:off x="717755" y="4126931"/>
            <a:ext cx="6096000" cy="523220"/>
          </a:xfrm>
          <a:prstGeom prst="rect">
            <a:avLst/>
          </a:prstGeom>
          <a:noFill/>
        </p:spPr>
        <p:txBody>
          <a:bodyPr wrap="square">
            <a:spAutoFit/>
          </a:bodyPr>
          <a:lstStyle/>
          <a:p>
            <a:pPr fontAlgn="t">
              <a:lnSpc>
                <a:spcPct val="100000"/>
              </a:lnSpc>
              <a:buNone/>
            </a:pPr>
            <a:r>
              <a:rPr lang="en-PH" sz="1400" b="0" i="0" dirty="0">
                <a:solidFill>
                  <a:schemeClr val="bg1"/>
                </a:solidFill>
                <a:effectLst/>
                <a:latin typeface="Arial" panose="020B0604020202020204" pitchFamily="34" charset="0"/>
              </a:rPr>
              <a:t>The following query returns records from the first query that are not present in the second query.</a:t>
            </a:r>
            <a:endParaRPr lang="en-PH" sz="14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39803393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9E38B3-4686-8247-9625-49018D29F408}"/>
              </a:ext>
            </a:extLst>
          </p:cNvPr>
          <p:cNvSpPr>
            <a:spLocks noGrp="1"/>
          </p:cNvSpPr>
          <p:nvPr>
            <p:ph type="title"/>
          </p:nvPr>
        </p:nvSpPr>
        <p:spPr>
          <a:xfrm>
            <a:off x="1525297" y="262202"/>
            <a:ext cx="9141397" cy="615553"/>
          </a:xfrm>
        </p:spPr>
        <p:txBody>
          <a:bodyPr/>
          <a:lstStyle/>
          <a:p>
            <a:pPr fontAlgn="t"/>
            <a:r>
              <a:rPr lang="en-PH" b="0" dirty="0">
                <a:latin typeface="Arial" panose="020B0604020202020204" pitchFamily="34" charset="0"/>
                <a:cs typeface="Arial" panose="020B0604020202020204" pitchFamily="34" charset="0"/>
              </a:rPr>
              <a:t>Reflection</a:t>
            </a:r>
          </a:p>
        </p:txBody>
      </p:sp>
      <p:sp>
        <p:nvSpPr>
          <p:cNvPr id="3" name="Text Placeholder 2">
            <a:extLst>
              <a:ext uri="{FF2B5EF4-FFF2-40B4-BE49-F238E27FC236}">
                <a16:creationId xmlns:a16="http://schemas.microsoft.com/office/drawing/2014/main" id="{17155E1D-F4AD-41A7-B948-E2D246CCFE8A}"/>
              </a:ext>
            </a:extLst>
          </p:cNvPr>
          <p:cNvSpPr>
            <a:spLocks noGrp="1"/>
          </p:cNvSpPr>
          <p:nvPr>
            <p:ph type="body" sz="quarter" idx="12"/>
          </p:nvPr>
        </p:nvSpPr>
        <p:spPr>
          <a:xfrm>
            <a:off x="2196301" y="969411"/>
            <a:ext cx="7799387" cy="436224"/>
          </a:xfrm>
        </p:spPr>
        <p:txBody>
          <a:bodyPr vert="horz" wrap="square" lIns="0" tIns="0" rIns="0" bIns="0" rtlCol="0" anchor="t">
            <a:noAutofit/>
          </a:bodyPr>
          <a:lstStyle/>
          <a:p>
            <a:pPr fontAlgn="t"/>
            <a:r>
              <a:rPr lang="en-PH" b="1" dirty="0"/>
              <a:t>Set Operators: UNION, UNION ALL, INTERSECT, and MINUS</a:t>
            </a:r>
          </a:p>
          <a:p>
            <a:endParaRPr lang="en-US" dirty="0"/>
          </a:p>
          <a:p>
            <a:endParaRPr lang="en-US" dirty="0"/>
          </a:p>
        </p:txBody>
      </p:sp>
      <p:sp>
        <p:nvSpPr>
          <p:cNvPr id="5" name="TextBox 4">
            <a:extLst>
              <a:ext uri="{FF2B5EF4-FFF2-40B4-BE49-F238E27FC236}">
                <a16:creationId xmlns:a16="http://schemas.microsoft.com/office/drawing/2014/main" id="{F45D2CE3-6FB0-D636-86DE-BE959EC265D6}"/>
              </a:ext>
            </a:extLst>
          </p:cNvPr>
          <p:cNvSpPr txBox="1"/>
          <p:nvPr/>
        </p:nvSpPr>
        <p:spPr>
          <a:xfrm>
            <a:off x="1730477" y="1497291"/>
            <a:ext cx="9144000" cy="4770537"/>
          </a:xfrm>
          <a:prstGeom prst="rect">
            <a:avLst/>
          </a:prstGeom>
          <a:noFill/>
        </p:spPr>
        <p:txBody>
          <a:bodyPr wrap="square">
            <a:spAutoFit/>
          </a:bodyPr>
          <a:lstStyle/>
          <a:p>
            <a:pPr algn="ctr" fontAlgn="t">
              <a:lnSpc>
                <a:spcPct val="100000"/>
              </a:lnSpc>
              <a:buNone/>
            </a:pPr>
            <a:r>
              <a:rPr lang="en-PH" sz="1600" b="0" i="0" dirty="0">
                <a:effectLst/>
                <a:latin typeface="Arial" panose="020B0604020202020204" pitchFamily="34" charset="0"/>
              </a:rPr>
              <a:t>Set operators are useful SQL commands that allow users to combine and compare the results of different queries. They help organize and analyze data more efficiently, especially when working with multiple tables.</a:t>
            </a:r>
          </a:p>
          <a:p>
            <a:pPr algn="ctr" fontAlgn="t">
              <a:lnSpc>
                <a:spcPct val="100000"/>
              </a:lnSpc>
              <a:buNone/>
            </a:pPr>
            <a:endParaRPr lang="en-PH" sz="1600" b="0" i="0" dirty="0">
              <a:effectLst/>
              <a:latin typeface="Arial" panose="020B0604020202020204" pitchFamily="34" charset="0"/>
            </a:endParaRPr>
          </a:p>
          <a:p>
            <a:pPr fontAlgn="t">
              <a:lnSpc>
                <a:spcPct val="100000"/>
              </a:lnSpc>
              <a:buNone/>
            </a:pPr>
            <a:r>
              <a:rPr lang="en-PH" sz="1600" b="1" i="0" dirty="0">
                <a:effectLst/>
                <a:latin typeface="Arial" panose="020B0604020202020204" pitchFamily="34" charset="0"/>
              </a:rPr>
              <a:t>UNION</a:t>
            </a:r>
            <a:r>
              <a:rPr lang="en-PH" sz="1600" b="0" i="0" dirty="0">
                <a:effectLst/>
                <a:latin typeface="Arial" panose="020B0604020202020204" pitchFamily="34" charset="0"/>
              </a:rPr>
              <a:t> and </a:t>
            </a:r>
            <a:r>
              <a:rPr lang="en-PH" sz="1600" b="1" i="0" dirty="0">
                <a:effectLst/>
                <a:latin typeface="Arial" panose="020B0604020202020204" pitchFamily="34" charset="0"/>
              </a:rPr>
              <a:t>UNION ALL</a:t>
            </a:r>
            <a:r>
              <a:rPr lang="en-PH" sz="1600" b="0" i="0" dirty="0">
                <a:effectLst/>
                <a:latin typeface="Arial" panose="020B0604020202020204" pitchFamily="34" charset="0"/>
              </a:rPr>
              <a:t> are both used to combine the results of two queries. The difference is that </a:t>
            </a:r>
            <a:r>
              <a:rPr lang="en-PH" sz="1600" b="1" i="0" dirty="0">
                <a:effectLst/>
                <a:latin typeface="Arial" panose="020B0604020202020204" pitchFamily="34" charset="0"/>
              </a:rPr>
              <a:t>UNION</a:t>
            </a:r>
            <a:r>
              <a:rPr lang="en-PH" sz="1600" b="0" i="0" dirty="0">
                <a:effectLst/>
                <a:latin typeface="Arial" panose="020B0604020202020204" pitchFamily="34" charset="0"/>
              </a:rPr>
              <a:t> automatically removes duplicate records, while </a:t>
            </a:r>
            <a:r>
              <a:rPr lang="en-PH" sz="1600" b="1" i="0" dirty="0">
                <a:effectLst/>
                <a:latin typeface="Arial" panose="020B0604020202020204" pitchFamily="34" charset="0"/>
              </a:rPr>
              <a:t>UNION ALL</a:t>
            </a:r>
            <a:r>
              <a:rPr lang="en-PH" sz="1600" b="0" i="0" dirty="0">
                <a:effectLst/>
                <a:latin typeface="Arial" panose="020B0604020202020204" pitchFamily="34" charset="0"/>
              </a:rPr>
              <a:t> keeps all records, including duplicates. Because UNION checks for duplicate values, it may take more processing time. On the other hand, UNION ALL is usually faster because it simply combines all records without performing duplicate checks.</a:t>
            </a:r>
          </a:p>
          <a:p>
            <a:pPr fontAlgn="t">
              <a:lnSpc>
                <a:spcPct val="100000"/>
              </a:lnSpc>
              <a:buNone/>
            </a:pPr>
            <a:r>
              <a:rPr lang="en-PH" sz="1600" b="1" i="0" dirty="0">
                <a:effectLst/>
                <a:latin typeface="Arial" panose="020B0604020202020204" pitchFamily="34" charset="0"/>
              </a:rPr>
              <a:t>INTERSECT</a:t>
            </a:r>
            <a:r>
              <a:rPr lang="en-PH" sz="1600" b="0" i="0" dirty="0">
                <a:effectLst/>
                <a:latin typeface="Arial" panose="020B0604020202020204" pitchFamily="34" charset="0"/>
              </a:rPr>
              <a:t> is used to display only the records that exist in both queries. It is helpful when finding common information between two tables. In this project, INTERSECT was used to compare data between the PROPERTY and TICKET tables and determine if there were matching records.</a:t>
            </a:r>
          </a:p>
          <a:p>
            <a:pPr fontAlgn="t">
              <a:lnSpc>
                <a:spcPct val="100000"/>
              </a:lnSpc>
              <a:buNone/>
            </a:pPr>
            <a:r>
              <a:rPr lang="en-PH" sz="1600" b="1" i="0" dirty="0">
                <a:effectLst/>
                <a:latin typeface="Arial" panose="020B0604020202020204" pitchFamily="34" charset="0"/>
              </a:rPr>
              <a:t>MINUS</a:t>
            </a:r>
            <a:r>
              <a:rPr lang="en-PH" sz="1600" b="0" i="0" dirty="0">
                <a:effectLst/>
                <a:latin typeface="Arial" panose="020B0604020202020204" pitchFamily="34" charset="0"/>
              </a:rPr>
              <a:t> is used to display records that exist in the first query but not in the second query. This operator is useful when identifying unique records or checking differences between two sets of data. In the project, MINUS helped identify property records that did not appear in the ticket records.</a:t>
            </a:r>
          </a:p>
          <a:p>
            <a:pPr fontAlgn="t">
              <a:lnSpc>
                <a:spcPct val="100000"/>
              </a:lnSpc>
              <a:buNone/>
            </a:pPr>
            <a:r>
              <a:rPr lang="en-PH" sz="1600" b="0" i="0" dirty="0">
                <a:effectLst/>
                <a:latin typeface="Arial" panose="020B0604020202020204" pitchFamily="34" charset="0"/>
              </a:rPr>
              <a:t>Through this activity, I learned how set operators can be used to combine, compare, and filter data from different tables. These operators make SQL queries more powerful and help users generate meaningful results based on specific requirements.</a:t>
            </a:r>
            <a:endParaRPr lang="en-PH" sz="1600" b="0" i="0" dirty="0">
              <a:effectLst/>
              <a:latin typeface="Segoe UI" panose="020B0502040204020203" pitchFamily="34" charset="0"/>
            </a:endParaRPr>
          </a:p>
        </p:txBody>
      </p:sp>
    </p:spTree>
    <p:extLst>
      <p:ext uri="{BB962C8B-B14F-4D97-AF65-F5344CB8AC3E}">
        <p14:creationId xmlns:p14="http://schemas.microsoft.com/office/powerpoint/2010/main" val="4244761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A36B3A-558B-413E-877B-7275290AB783}"/>
              </a:ext>
            </a:extLst>
          </p:cNvPr>
          <p:cNvSpPr>
            <a:spLocks noGrp="1"/>
          </p:cNvSpPr>
          <p:nvPr>
            <p:ph type="title"/>
          </p:nvPr>
        </p:nvSpPr>
        <p:spPr>
          <a:xfrm>
            <a:off x="5199743" y="746780"/>
            <a:ext cx="6477000" cy="826381"/>
          </a:xfrm>
        </p:spPr>
        <p:txBody>
          <a:bodyPr>
            <a:normAutofit/>
          </a:bodyPr>
          <a:lstStyle/>
          <a:p>
            <a:pPr fontAlgn="t"/>
            <a:r>
              <a:rPr lang="en-PH" dirty="0">
                <a:latin typeface="Arial" panose="020B0604020202020204" pitchFamily="34" charset="0"/>
                <a:cs typeface="Arial" panose="020B0604020202020204" pitchFamily="34" charset="0"/>
              </a:rPr>
              <a:t>CONCLUSION</a:t>
            </a:r>
            <a:endParaRPr lang="en-PH" dirty="0">
              <a:solidFill>
                <a:schemeClr val="bg1"/>
              </a:solidFill>
              <a:latin typeface="Arial" panose="020B0604020202020204" pitchFamily="34" charset="0"/>
              <a:cs typeface="Arial" panose="020B0604020202020204" pitchFamily="34" charset="0"/>
            </a:endParaRPr>
          </a:p>
        </p:txBody>
      </p:sp>
      <p:sp>
        <p:nvSpPr>
          <p:cNvPr id="3" name="Text Placeholder 2">
            <a:extLst>
              <a:ext uri="{FF2B5EF4-FFF2-40B4-BE49-F238E27FC236}">
                <a16:creationId xmlns:a16="http://schemas.microsoft.com/office/drawing/2014/main" id="{68675CE5-70A2-411D-881E-7B75B82931F4}"/>
              </a:ext>
            </a:extLst>
          </p:cNvPr>
          <p:cNvSpPr>
            <a:spLocks noGrp="1"/>
          </p:cNvSpPr>
          <p:nvPr>
            <p:ph type="body" sz="quarter" idx="11"/>
          </p:nvPr>
        </p:nvSpPr>
        <p:spPr>
          <a:xfrm>
            <a:off x="5199743" y="1905000"/>
            <a:ext cx="6477000" cy="3276600"/>
          </a:xfrm>
        </p:spPr>
        <p:txBody>
          <a:bodyPr/>
          <a:lstStyle/>
          <a:p>
            <a:endParaRPr lang="en-US" dirty="0"/>
          </a:p>
          <a:p>
            <a:endParaRPr lang="en-US" dirty="0"/>
          </a:p>
        </p:txBody>
      </p:sp>
      <p:sp>
        <p:nvSpPr>
          <p:cNvPr id="6" name="TextBox 5">
            <a:extLst>
              <a:ext uri="{FF2B5EF4-FFF2-40B4-BE49-F238E27FC236}">
                <a16:creationId xmlns:a16="http://schemas.microsoft.com/office/drawing/2014/main" id="{7CFE34DE-1C5F-8051-F50B-ACB18FF4AD0F}"/>
              </a:ext>
            </a:extLst>
          </p:cNvPr>
          <p:cNvSpPr txBox="1"/>
          <p:nvPr/>
        </p:nvSpPr>
        <p:spPr>
          <a:xfrm>
            <a:off x="5390243" y="1676400"/>
            <a:ext cx="6096000" cy="2862322"/>
          </a:xfrm>
          <a:prstGeom prst="rect">
            <a:avLst/>
          </a:prstGeom>
          <a:noFill/>
        </p:spPr>
        <p:txBody>
          <a:bodyPr wrap="square">
            <a:spAutoFit/>
          </a:bodyPr>
          <a:lstStyle/>
          <a:p>
            <a:pPr fontAlgn="t">
              <a:lnSpc>
                <a:spcPct val="100000"/>
              </a:lnSpc>
              <a:buNone/>
            </a:pPr>
            <a:r>
              <a:rPr lang="en-PH" sz="2000" b="0" i="0" dirty="0">
                <a:solidFill>
                  <a:schemeClr val="bg1"/>
                </a:solidFill>
                <a:effectLst/>
                <a:latin typeface="Arial" panose="020B0604020202020204" pitchFamily="34" charset="0"/>
              </a:rPr>
              <a:t>The Property TV Management System was developed to manage property information, equipment records, and support tickets using a database system. Through this project, database concepts such as ER modeling, table creation, data insertion, data retrieval, functions, and set operators were applied. The project demonstrates how a database can be used to organize information efficiently and support operational activities.</a:t>
            </a:r>
            <a:endParaRPr lang="en-PH" sz="2000" b="0" i="0" dirty="0">
              <a:solidFill>
                <a:schemeClr val="bg1"/>
              </a:solidFill>
              <a:effectLst/>
              <a:latin typeface="Segoe UI" panose="020B0502040204020203" pitchFamily="34" charset="0"/>
            </a:endParaRPr>
          </a:p>
        </p:txBody>
      </p:sp>
    </p:spTree>
    <p:extLst>
      <p:ext uri="{BB962C8B-B14F-4D97-AF65-F5344CB8AC3E}">
        <p14:creationId xmlns:p14="http://schemas.microsoft.com/office/powerpoint/2010/main" val="3366527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9D7BB7-D8CB-CE53-C8F6-C604B59BB365}"/>
              </a:ext>
            </a:extLst>
          </p:cNvPr>
          <p:cNvSpPr>
            <a:spLocks noGrp="1"/>
          </p:cNvSpPr>
          <p:nvPr>
            <p:ph type="title"/>
          </p:nvPr>
        </p:nvSpPr>
        <p:spPr>
          <a:xfrm>
            <a:off x="6096000" y="2208008"/>
            <a:ext cx="4504697" cy="889153"/>
          </a:xfrm>
        </p:spPr>
        <p:txBody>
          <a:bodyPr>
            <a:normAutofit fontScale="90000"/>
          </a:bodyPr>
          <a:lstStyle/>
          <a:p>
            <a:r>
              <a:rPr lang="en-US" sz="5400" dirty="0"/>
              <a:t>THANK YOU!!</a:t>
            </a:r>
            <a:br>
              <a:rPr lang="en-US" sz="5400" dirty="0"/>
            </a:br>
            <a:br>
              <a:rPr lang="en-US" sz="5400" dirty="0"/>
            </a:br>
            <a:br>
              <a:rPr lang="en-US" sz="5400" dirty="0"/>
            </a:br>
            <a:br>
              <a:rPr lang="en-US" sz="5400" dirty="0"/>
            </a:br>
            <a:r>
              <a:rPr lang="en-US" sz="5400" dirty="0"/>
              <a:t>                  </a:t>
            </a:r>
            <a:r>
              <a:rPr lang="en-US" sz="3600" dirty="0"/>
              <a:t> </a:t>
            </a:r>
            <a:endParaRPr lang="en-PH" sz="5400" dirty="0"/>
          </a:p>
        </p:txBody>
      </p:sp>
    </p:spTree>
    <p:extLst>
      <p:ext uri="{BB962C8B-B14F-4D97-AF65-F5344CB8AC3E}">
        <p14:creationId xmlns:p14="http://schemas.microsoft.com/office/powerpoint/2010/main" val="2133963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ewish American Heritage Month_Win32_JC_SL_v3" id="{5A91364D-DD38-4994-BB9C-41D074FD197A}" vid="{8577DF34-D72C-48EB-902A-0A54C766E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4EE2DFF-920A-42C9-AEE0-3A0BF6AF4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DF283A3-AA81-4663-8764-64F64C723FD1}">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915C1F8C-D27A-4CE7-9DF4-4AFDB2880FA9}">
  <ds:schemaRefs>
    <ds:schemaRef ds:uri="http://schemas.microsoft.com/sharepoint/v3/contenttype/forms"/>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Jewish American Heritage Month presentation</Template>
  <TotalTime>310</TotalTime>
  <Words>1515</Words>
  <Application>Microsoft Office PowerPoint</Application>
  <PresentationFormat>Widescreen</PresentationFormat>
  <Paragraphs>202</Paragraphs>
  <Slides>26</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Segoe UI</vt:lpstr>
      <vt:lpstr>Office Theme</vt:lpstr>
      <vt:lpstr>Property TV Management System</vt:lpstr>
      <vt:lpstr>Project Description</vt:lpstr>
      <vt:lpstr>Reason for Selecting the Project</vt:lpstr>
      <vt:lpstr>System Features</vt:lpstr>
      <vt:lpstr>PowerPoint Presentation</vt:lpstr>
      <vt:lpstr>PowerPoint Presentation</vt:lpstr>
      <vt:lpstr>ER Diagram </vt:lpstr>
      <vt:lpstr>Database Schema Implementation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Reflection</vt:lpstr>
      <vt:lpstr>CONCLUSION</vt:lpstr>
      <vt:lpstr>THANK YOU!!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Mary Rose Pasco</dc:creator>
  <cp:keywords/>
  <dc:description/>
  <cp:lastModifiedBy>Mary Rose Pasco</cp:lastModifiedBy>
  <cp:revision>1</cp:revision>
  <dcterms:created xsi:type="dcterms:W3CDTF">2026-09-19T07:51:15Z</dcterms:created>
  <dcterms:modified xsi:type="dcterms:W3CDTF">2026-09-20T08:46:06Z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